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15"/>
  </p:notesMasterIdLst>
  <p:handoutMasterIdLst>
    <p:handoutMasterId r:id="rId16"/>
  </p:handoutMasterIdLst>
  <p:sldIdLst>
    <p:sldId id="256" r:id="rId5"/>
    <p:sldId id="845" r:id="rId6"/>
    <p:sldId id="932" r:id="rId7"/>
    <p:sldId id="933" r:id="rId8"/>
    <p:sldId id="846" r:id="rId9"/>
    <p:sldId id="934" r:id="rId10"/>
    <p:sldId id="935" r:id="rId11"/>
    <p:sldId id="847" r:id="rId12"/>
    <p:sldId id="936" r:id="rId13"/>
    <p:sldId id="938" r:id="rId14"/>
  </p:sldIdLst>
  <p:sldSz cx="9144000" cy="6858000" type="screen4x3"/>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D0CC"/>
    <a:srgbClr val="9C5107"/>
    <a:srgbClr val="E94B22"/>
    <a:srgbClr val="231815"/>
    <a:srgbClr val="77777A"/>
    <a:srgbClr val="8E90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69400" autoAdjust="0"/>
  </p:normalViewPr>
  <p:slideViewPr>
    <p:cSldViewPr snapToGrid="0" showGuides="1">
      <p:cViewPr varScale="1">
        <p:scale>
          <a:sx n="70" d="100"/>
          <a:sy n="70" d="100"/>
        </p:scale>
        <p:origin x="1204" y="4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showGuides="1">
      <p:cViewPr varScale="1">
        <p:scale>
          <a:sx n="47" d="100"/>
          <a:sy n="47" d="100"/>
        </p:scale>
        <p:origin x="2792"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4" name="フッター プレースホルダー 3"/>
          <p:cNvSpPr>
            <a:spLocks noGrp="1"/>
          </p:cNvSpPr>
          <p:nvPr>
            <p:ph type="ftr" sz="quarter" idx="2"/>
          </p:nvPr>
        </p:nvSpPr>
        <p:spPr>
          <a:xfrm>
            <a:off x="0" y="9440647"/>
            <a:ext cx="3152633" cy="372093"/>
          </a:xfrm>
          <a:prstGeom prst="rect">
            <a:avLst/>
          </a:prstGeom>
        </p:spPr>
        <p:txBody>
          <a:bodyPr vert="horz" lIns="91440" tIns="45720" rIns="91440" bIns="45720" rtlCol="0" anchor="b"/>
          <a:lstStyle>
            <a:lvl1pPr algn="l">
              <a:defRPr sz="1200"/>
            </a:lvl1pPr>
          </a:lstStyle>
          <a:p>
            <a:r>
              <a:rPr kumimoji="1" lang="en-US" altLang="ja-JP"/>
              <a:t>Trainocate Japan, Ltd. All rights reserved.</a:t>
            </a:r>
            <a:endParaRPr kumimoji="1" lang="ja-JP" altLang="en-US"/>
          </a:p>
        </p:txBody>
      </p:sp>
      <p:sp>
        <p:nvSpPr>
          <p:cNvPr id="5" name="スライド番号プレースホルダー 4"/>
          <p:cNvSpPr>
            <a:spLocks noGrp="1"/>
          </p:cNvSpPr>
          <p:nvPr>
            <p:ph type="sldNum" sz="quarter" idx="3"/>
          </p:nvPr>
        </p:nvSpPr>
        <p:spPr>
          <a:xfrm>
            <a:off x="3855838" y="9440647"/>
            <a:ext cx="2949787" cy="498692"/>
          </a:xfrm>
          <a:prstGeom prst="rect">
            <a:avLst/>
          </a:prstGeom>
        </p:spPr>
        <p:txBody>
          <a:bodyPr vert="horz" lIns="91440" tIns="45720" rIns="91440" bIns="45720" rtlCol="0" anchor="b"/>
          <a:lstStyle>
            <a:lvl1pPr algn="r">
              <a:defRPr sz="1200"/>
            </a:lvl1pPr>
          </a:lstStyle>
          <a:p>
            <a:fld id="{0303E3F4-D6C1-42CE-B7F2-9A265D85E682}" type="slidenum">
              <a:rPr kumimoji="1" lang="ja-JP" altLang="en-US" smtClean="0"/>
              <a:t>‹#›</a:t>
            </a:fld>
            <a:endParaRPr kumimoji="1" lang="ja-JP" altLang="en-US"/>
          </a:p>
        </p:txBody>
      </p:sp>
    </p:spTree>
    <p:extLst>
      <p:ext uri="{BB962C8B-B14F-4D97-AF65-F5344CB8AC3E}">
        <p14:creationId xmlns:p14="http://schemas.microsoft.com/office/powerpoint/2010/main" val="204556106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B53AD7F6-9964-4DAA-8A54-CC9BAF578782}" type="datetimeFigureOut">
              <a:rPr kumimoji="1" lang="ja-JP" altLang="en-US" smtClean="0"/>
              <a:t>2026/7/24</a:t>
            </a:fld>
            <a:endParaRPr kumimoji="1" lang="ja-JP" altLang="en-US"/>
          </a:p>
        </p:txBody>
      </p:sp>
      <p:sp>
        <p:nvSpPr>
          <p:cNvPr id="4" name="スライド イメージ プレースホルダー 3"/>
          <p:cNvSpPr>
            <a:spLocks noGrp="1" noRot="1" noChangeAspect="1"/>
          </p:cNvSpPr>
          <p:nvPr>
            <p:ph type="sldImg" idx="2"/>
          </p:nvPr>
        </p:nvSpPr>
        <p:spPr>
          <a:xfrm>
            <a:off x="1168400" y="1243013"/>
            <a:ext cx="447040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000">
                <a:latin typeface="メイリオ" panose="020B0604030504040204" pitchFamily="50" charset="-128"/>
                <a:ea typeface="メイリオ" panose="020B0604030504040204" pitchFamily="50" charset="-128"/>
              </a:defRPr>
            </a:lvl1pPr>
          </a:lstStyle>
          <a:p>
            <a:r>
              <a:rPr kumimoji="1" lang="en-US" altLang="ja-JP" dirty="0" err="1"/>
              <a:t>Trainocate</a:t>
            </a:r>
            <a:r>
              <a:rPr kumimoji="1" lang="en-US" altLang="ja-JP" dirty="0"/>
              <a:t> Japan, Ltd. All rights reserved.</a:t>
            </a:r>
            <a:endParaRPr kumimoji="1" lang="ja-JP" altLang="en-US" dirty="0"/>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000">
                <a:latin typeface="メイリオ" panose="020B0604030504040204" pitchFamily="50" charset="-128"/>
                <a:ea typeface="メイリオ" panose="020B0604030504040204" pitchFamily="50" charset="-128"/>
              </a:defRPr>
            </a:lvl1pPr>
          </a:lstStyle>
          <a:p>
            <a:fld id="{D6F91337-1A71-41A4-B53C-8475F782A3F7}" type="slidenum">
              <a:rPr kumimoji="1" lang="ja-JP" altLang="en-US" smtClean="0"/>
              <a:pPr/>
              <a:t>‹#›</a:t>
            </a:fld>
            <a:endParaRPr kumimoji="1" lang="ja-JP" altLang="en-US" dirty="0"/>
          </a:p>
        </p:txBody>
      </p:sp>
    </p:spTree>
    <p:extLst>
      <p:ext uri="{BB962C8B-B14F-4D97-AF65-F5344CB8AC3E}">
        <p14:creationId xmlns:p14="http://schemas.microsoft.com/office/powerpoint/2010/main" val="68530274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26482" y="3547106"/>
            <a:ext cx="7708777" cy="83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図 11"/>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89" y="6113690"/>
            <a:ext cx="2693886" cy="490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図 9"/>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6189786" y="4855685"/>
            <a:ext cx="2954215" cy="2002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Rectangle 8"/>
          <p:cNvSpPr>
            <a:spLocks noGrp="1" noChangeArrowheads="1"/>
          </p:cNvSpPr>
          <p:nvPr>
            <p:ph type="ctrTitle"/>
          </p:nvPr>
        </p:nvSpPr>
        <p:spPr bwMode="black">
          <a:xfrm>
            <a:off x="989944" y="3002262"/>
            <a:ext cx="7181850" cy="535531"/>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b" anchorCtr="0">
            <a:spAutoFit/>
          </a:bodyPr>
          <a:lstStyle>
            <a:lvl1pPr algn="ctr">
              <a:defRPr sz="3200">
                <a:solidFill>
                  <a:schemeClr val="tx1">
                    <a:lumMod val="75000"/>
                    <a:lumOff val="25000"/>
                  </a:schemeClr>
                </a:solidFill>
                <a:latin typeface="Meiryo UI" panose="020B0604030504040204" pitchFamily="50" charset="-128"/>
                <a:ea typeface="Meiryo UI" panose="020B0604030504040204" pitchFamily="50" charset="-128"/>
              </a:defRPr>
            </a:lvl1pPr>
          </a:lstStyle>
          <a:p>
            <a:pPr lvl="0"/>
            <a:r>
              <a:rPr lang="ja-JP" altLang="en-US" noProof="0" dirty="0"/>
              <a:t>マスター タイトルの書式設定</a:t>
            </a:r>
            <a:endParaRPr lang="en-US" altLang="ja-JP" noProof="0" dirty="0"/>
          </a:p>
        </p:txBody>
      </p:sp>
      <p:sp>
        <p:nvSpPr>
          <p:cNvPr id="14" name="コンテンツ プレースホルダー 2"/>
          <p:cNvSpPr>
            <a:spLocks noGrp="1"/>
          </p:cNvSpPr>
          <p:nvPr>
            <p:ph idx="1"/>
          </p:nvPr>
        </p:nvSpPr>
        <p:spPr bwMode="black">
          <a:xfrm>
            <a:off x="2862630" y="5856841"/>
            <a:ext cx="3419231" cy="638734"/>
          </a:xfrm>
          <a:prstGeom prst="rect">
            <a:avLst/>
          </a:prstGeom>
        </p:spPr>
        <p:txBody>
          <a:bodyPr/>
          <a:lstStyle>
            <a:lvl1pPr marL="0" indent="0" algn="ctr">
              <a:buNone/>
              <a:defRPr sz="1600">
                <a:solidFill>
                  <a:schemeClr val="tx1">
                    <a:lumMod val="75000"/>
                    <a:lumOff val="25000"/>
                  </a:schemeClr>
                </a:solidFill>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lang="ja-JP" altLang="en-US" dirty="0"/>
              <a:t>マスター テキストの書式設定</a:t>
            </a:r>
          </a:p>
        </p:txBody>
      </p:sp>
      <p:sp>
        <p:nvSpPr>
          <p:cNvPr id="7" name="コンテンツ プレースホルダー 2"/>
          <p:cNvSpPr>
            <a:spLocks noGrp="1"/>
          </p:cNvSpPr>
          <p:nvPr>
            <p:ph idx="10"/>
          </p:nvPr>
        </p:nvSpPr>
        <p:spPr bwMode="black">
          <a:xfrm>
            <a:off x="250538" y="925376"/>
            <a:ext cx="5224182" cy="638734"/>
          </a:xfrm>
          <a:prstGeom prst="rect">
            <a:avLst/>
          </a:prstGeom>
        </p:spPr>
        <p:txBody>
          <a:bodyPr/>
          <a:lstStyle>
            <a:lvl1pPr marL="0" indent="0" algn="l">
              <a:buNone/>
              <a:defRPr sz="2800">
                <a:solidFill>
                  <a:schemeClr val="tx1">
                    <a:lumMod val="75000"/>
                    <a:lumOff val="25000"/>
                  </a:schemeClr>
                </a:solidFill>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lang="ja-JP" altLang="en-US" dirty="0"/>
              <a:t>マスター テキストの書式設定</a:t>
            </a:r>
          </a:p>
        </p:txBody>
      </p:sp>
    </p:spTree>
    <p:extLst>
      <p:ext uri="{BB962C8B-B14F-4D97-AF65-F5344CB8AC3E}">
        <p14:creationId xmlns:p14="http://schemas.microsoft.com/office/powerpoint/2010/main" val="1042208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ブリッジ タイトル スライド">
    <p:spTree>
      <p:nvGrpSpPr>
        <p:cNvPr id="1" name=""/>
        <p:cNvGrpSpPr/>
        <p:nvPr/>
      </p:nvGrpSpPr>
      <p:grpSpPr>
        <a:xfrm>
          <a:off x="0" y="0"/>
          <a:ext cx="0" cy="0"/>
          <a:chOff x="0" y="0"/>
          <a:chExt cx="0" cy="0"/>
        </a:xfrm>
      </p:grpSpPr>
      <p:pic>
        <p:nvPicPr>
          <p:cNvPr id="4"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26483" y="3547108"/>
            <a:ext cx="7708777" cy="83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図 11"/>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1635" y="142883"/>
            <a:ext cx="2693886" cy="490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Rectangle 8"/>
          <p:cNvSpPr>
            <a:spLocks noGrp="1" noChangeArrowheads="1"/>
          </p:cNvSpPr>
          <p:nvPr>
            <p:ph type="ctrTitle"/>
          </p:nvPr>
        </p:nvSpPr>
        <p:spPr bwMode="black">
          <a:xfrm>
            <a:off x="989944" y="3002263"/>
            <a:ext cx="7181850" cy="535531"/>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b" anchorCtr="0">
            <a:spAutoFit/>
          </a:bodyPr>
          <a:lstStyle>
            <a:lvl1pPr algn="ctr">
              <a:defRPr sz="3200">
                <a:solidFill>
                  <a:schemeClr val="tx1">
                    <a:lumMod val="75000"/>
                    <a:lumOff val="25000"/>
                  </a:schemeClr>
                </a:solidFill>
                <a:latin typeface="Meiryo UI" panose="020B0604030504040204" pitchFamily="50" charset="-128"/>
                <a:ea typeface="Meiryo UI" panose="020B0604030504040204" pitchFamily="50" charset="-128"/>
              </a:defRPr>
            </a:lvl1pPr>
          </a:lstStyle>
          <a:p>
            <a:pPr lvl="0"/>
            <a:r>
              <a:rPr lang="ja-JP" altLang="en-US" noProof="0" dirty="0"/>
              <a:t>マスター タイトルの書式設定</a:t>
            </a:r>
            <a:endParaRPr lang="en-US" altLang="ja-JP" noProof="0" dirty="0"/>
          </a:p>
        </p:txBody>
      </p:sp>
    </p:spTree>
    <p:extLst>
      <p:ext uri="{BB962C8B-B14F-4D97-AF65-F5344CB8AC3E}">
        <p14:creationId xmlns:p14="http://schemas.microsoft.com/office/powerpoint/2010/main" val="599809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255600" y="72000"/>
            <a:ext cx="8640000" cy="432000"/>
          </a:xfrm>
        </p:spPr>
        <p:txBody>
          <a:bodyPr/>
          <a:lstStyle/>
          <a:p>
            <a:r>
              <a:rPr kumimoji="1" lang="ja-JP" altLang="en-US"/>
              <a:t>マスター タイトルの書式設定</a:t>
            </a:r>
          </a:p>
        </p:txBody>
      </p:sp>
      <p:sp>
        <p:nvSpPr>
          <p:cNvPr id="3" name="フッター プレースホルダー 2"/>
          <p:cNvSpPr>
            <a:spLocks noGrp="1"/>
          </p:cNvSpPr>
          <p:nvPr>
            <p:ph type="ftr" sz="quarter" idx="13"/>
          </p:nvPr>
        </p:nvSpPr>
        <p:spPr/>
        <p:txBody>
          <a:bodyPr/>
          <a:lstStyle/>
          <a:p>
            <a:r>
              <a:rPr lang="en-US" altLang="ja-JP"/>
              <a:t>Trainocate Japan, Ltd. All rights reserved.</a:t>
            </a:r>
            <a:endParaRPr lang="en-US" altLang="ja-JP" dirty="0"/>
          </a:p>
        </p:txBody>
      </p:sp>
      <p:sp>
        <p:nvSpPr>
          <p:cNvPr id="4" name="スライド番号プレースホルダー 3"/>
          <p:cNvSpPr>
            <a:spLocks noGrp="1"/>
          </p:cNvSpPr>
          <p:nvPr>
            <p:ph type="sldNum" sz="quarter" idx="14"/>
          </p:nvPr>
        </p:nvSpPr>
        <p:spPr/>
        <p:txBody>
          <a:bodyPr/>
          <a:lstStyle/>
          <a:p>
            <a:fld id="{46BB8D49-91AB-4BE8-B7F4-8EAFE2BF815D}" type="slidenum">
              <a:rPr kumimoji="1" lang="ja-JP" altLang="en-US" smtClean="0"/>
              <a:pPr/>
              <a:t>‹#›</a:t>
            </a:fld>
            <a:endParaRPr kumimoji="1" lang="ja-JP" altLang="en-US" dirty="0"/>
          </a:p>
        </p:txBody>
      </p:sp>
      <p:sp>
        <p:nvSpPr>
          <p:cNvPr id="7" name="コンテンツ プレースホルダー 6"/>
          <p:cNvSpPr>
            <a:spLocks noGrp="1"/>
          </p:cNvSpPr>
          <p:nvPr>
            <p:ph sz="quarter" idx="15"/>
          </p:nvPr>
        </p:nvSpPr>
        <p:spPr>
          <a:xfrm>
            <a:off x="255600" y="612000"/>
            <a:ext cx="8640000" cy="5940000"/>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647856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7" name="タイトル 1"/>
          <p:cNvSpPr>
            <a:spLocks noGrp="1"/>
          </p:cNvSpPr>
          <p:nvPr>
            <p:ph type="title"/>
          </p:nvPr>
        </p:nvSpPr>
        <p:spPr>
          <a:xfrm>
            <a:off x="255600" y="72000"/>
            <a:ext cx="8640000" cy="432000"/>
          </a:xfrm>
        </p:spPr>
        <p:txBody>
          <a:bodyPr/>
          <a:lstStyle/>
          <a:p>
            <a:r>
              <a:rPr kumimoji="1" lang="ja-JP" altLang="en-US" dirty="0"/>
              <a:t>マスター タイトルの書式設定</a:t>
            </a:r>
          </a:p>
        </p:txBody>
      </p:sp>
      <p:sp>
        <p:nvSpPr>
          <p:cNvPr id="2" name="フッター プレースホルダー 1"/>
          <p:cNvSpPr>
            <a:spLocks noGrp="1"/>
          </p:cNvSpPr>
          <p:nvPr>
            <p:ph type="ftr" sz="quarter" idx="10"/>
          </p:nvPr>
        </p:nvSpPr>
        <p:spPr/>
        <p:txBody>
          <a:bodyPr/>
          <a:lstStyle/>
          <a:p>
            <a:r>
              <a:rPr lang="en-US" altLang="ja-JP"/>
              <a:t>Trainocate Japan, Ltd. All rights reserved.</a:t>
            </a:r>
            <a:endParaRPr lang="en-US" altLang="ja-JP" dirty="0"/>
          </a:p>
        </p:txBody>
      </p:sp>
      <p:sp>
        <p:nvSpPr>
          <p:cNvPr id="3" name="スライド番号プレースホルダー 2"/>
          <p:cNvSpPr>
            <a:spLocks noGrp="1"/>
          </p:cNvSpPr>
          <p:nvPr>
            <p:ph type="sldNum" sz="quarter" idx="11"/>
          </p:nvPr>
        </p:nvSpPr>
        <p:spPr/>
        <p:txBody>
          <a:bodyPr/>
          <a:lstStyle/>
          <a:p>
            <a:fld id="{46BB8D49-91AB-4BE8-B7F4-8EAFE2BF815D}" type="slidenum">
              <a:rPr kumimoji="1" lang="ja-JP" altLang="en-US" smtClean="0"/>
              <a:pPr/>
              <a:t>‹#›</a:t>
            </a:fld>
            <a:endParaRPr kumimoji="1" lang="ja-JP" altLang="en-US" dirty="0"/>
          </a:p>
        </p:txBody>
      </p:sp>
    </p:spTree>
    <p:extLst>
      <p:ext uri="{BB962C8B-B14F-4D97-AF65-F5344CB8AC3E}">
        <p14:creationId xmlns:p14="http://schemas.microsoft.com/office/powerpoint/2010/main" val="547429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255600" y="72000"/>
            <a:ext cx="8640000" cy="432000"/>
          </a:xfrm>
        </p:spPr>
        <p:txBody>
          <a:bodyPr/>
          <a:lstStyle/>
          <a:p>
            <a:r>
              <a:rPr kumimoji="1" lang="ja-JP" altLang="en-US"/>
              <a:t>マスター タイトルの書式設定</a:t>
            </a:r>
          </a:p>
        </p:txBody>
      </p:sp>
      <p:sp>
        <p:nvSpPr>
          <p:cNvPr id="8" name="テキスト プレースホルダー 7"/>
          <p:cNvSpPr>
            <a:spLocks noGrp="1"/>
          </p:cNvSpPr>
          <p:nvPr>
            <p:ph type="body" sz="quarter" idx="12"/>
          </p:nvPr>
        </p:nvSpPr>
        <p:spPr>
          <a:xfrm>
            <a:off x="255588" y="611999"/>
            <a:ext cx="4284000" cy="5940000"/>
          </a:xfrm>
        </p:spPr>
        <p:txBody>
          <a:bodyPr>
            <a:normAutofit/>
          </a:bodyPr>
          <a:lstStyle>
            <a:lvl1pPr>
              <a:defRPr sz="2800"/>
            </a:lvl1pPr>
            <a:lvl2pPr>
              <a:defRPr sz="2400"/>
            </a:lvl2pPr>
            <a:lvl3pPr>
              <a:defRPr sz="2000"/>
            </a:lvl3pPr>
            <a:lvl4pPr>
              <a:defRPr sz="1800"/>
            </a:lvl4pPr>
            <a:lvl5pPr>
              <a:defRPr sz="1800"/>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1" name="テキスト プレースホルダー 10"/>
          <p:cNvSpPr>
            <a:spLocks noGrp="1"/>
          </p:cNvSpPr>
          <p:nvPr>
            <p:ph type="body" sz="quarter" idx="13"/>
          </p:nvPr>
        </p:nvSpPr>
        <p:spPr>
          <a:xfrm>
            <a:off x="4604658" y="611999"/>
            <a:ext cx="4284000" cy="59400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ー 2"/>
          <p:cNvSpPr>
            <a:spLocks noGrp="1"/>
          </p:cNvSpPr>
          <p:nvPr>
            <p:ph type="ftr" sz="quarter" idx="14"/>
          </p:nvPr>
        </p:nvSpPr>
        <p:spPr/>
        <p:txBody>
          <a:bodyPr/>
          <a:lstStyle/>
          <a:p>
            <a:r>
              <a:rPr lang="en-US" altLang="ja-JP"/>
              <a:t>Trainocate Japan, Ltd. All rights reserved.</a:t>
            </a:r>
            <a:endParaRPr lang="en-US" altLang="ja-JP" dirty="0"/>
          </a:p>
        </p:txBody>
      </p:sp>
      <p:sp>
        <p:nvSpPr>
          <p:cNvPr id="4" name="スライド番号プレースホルダー 3"/>
          <p:cNvSpPr>
            <a:spLocks noGrp="1"/>
          </p:cNvSpPr>
          <p:nvPr>
            <p:ph type="sldNum" sz="quarter" idx="15"/>
          </p:nvPr>
        </p:nvSpPr>
        <p:spPr/>
        <p:txBody>
          <a:bodyPr/>
          <a:lstStyle/>
          <a:p>
            <a:fld id="{46BB8D49-91AB-4BE8-B7F4-8EAFE2BF815D}" type="slidenum">
              <a:rPr kumimoji="1" lang="ja-JP" altLang="en-US" smtClean="0"/>
              <a:pPr/>
              <a:t>‹#›</a:t>
            </a:fld>
            <a:endParaRPr kumimoji="1" lang="ja-JP" altLang="en-US" dirty="0"/>
          </a:p>
        </p:txBody>
      </p:sp>
    </p:spTree>
    <p:extLst>
      <p:ext uri="{BB962C8B-B14F-4D97-AF65-F5344CB8AC3E}">
        <p14:creationId xmlns:p14="http://schemas.microsoft.com/office/powerpoint/2010/main" val="2903449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クロージング スライド">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4FD0E01-BE5E-4FE6-A7AA-3112865EAD9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867876" y="2760424"/>
            <a:ext cx="5405810" cy="983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コンテンツ プレースホルダー 2">
            <a:extLst>
              <a:ext uri="{FF2B5EF4-FFF2-40B4-BE49-F238E27FC236}">
                <a16:creationId xmlns:a16="http://schemas.microsoft.com/office/drawing/2014/main" id="{D1D67071-D019-4BCB-A3BA-A04675219EEB}"/>
              </a:ext>
            </a:extLst>
          </p:cNvPr>
          <p:cNvSpPr>
            <a:spLocks noGrp="1"/>
          </p:cNvSpPr>
          <p:nvPr>
            <p:ph idx="10" hasCustomPrompt="1"/>
          </p:nvPr>
        </p:nvSpPr>
        <p:spPr bwMode="black">
          <a:xfrm>
            <a:off x="612000" y="6341175"/>
            <a:ext cx="7920000" cy="369332"/>
          </a:xfrm>
          <a:prstGeom prst="rect">
            <a:avLst/>
          </a:prstGeom>
        </p:spPr>
        <p:txBody>
          <a:bodyPr wrap="square" anchor="t" anchorCtr="1">
            <a:spAutoFit/>
          </a:bodyPr>
          <a:lstStyle>
            <a:lvl1pPr marL="0" indent="0" algn="ctr">
              <a:buNone/>
              <a:defRPr sz="1800" b="0">
                <a:solidFill>
                  <a:srgbClr val="77777A"/>
                </a:solidFill>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lang="ja-JP" altLang="en-US" dirty="0"/>
              <a:t>連絡先を入力</a:t>
            </a:r>
            <a:endParaRPr lang="en-US" altLang="ja-JP" dirty="0"/>
          </a:p>
        </p:txBody>
      </p:sp>
      <p:sp>
        <p:nvSpPr>
          <p:cNvPr id="2" name="テキスト ボックス 1">
            <a:extLst>
              <a:ext uri="{FF2B5EF4-FFF2-40B4-BE49-F238E27FC236}">
                <a16:creationId xmlns:a16="http://schemas.microsoft.com/office/drawing/2014/main" id="{15605E7F-86AD-4836-9AD2-8352A380C5E7}"/>
              </a:ext>
            </a:extLst>
          </p:cNvPr>
          <p:cNvSpPr txBox="1"/>
          <p:nvPr userDrawn="1"/>
        </p:nvSpPr>
        <p:spPr>
          <a:xfrm>
            <a:off x="612000" y="5446955"/>
            <a:ext cx="7920000" cy="369332"/>
          </a:xfrm>
          <a:prstGeom prst="rect">
            <a:avLst/>
          </a:prstGeom>
          <a:noFill/>
        </p:spPr>
        <p:txBody>
          <a:bodyPr wrap="square" rtlCol="0">
            <a:spAutoFit/>
          </a:bodyPr>
          <a:lstStyle/>
          <a:p>
            <a:pPr algn="ctr"/>
            <a:r>
              <a:rPr kumimoji="1" lang="ja-JP" altLang="en-US" sz="1800" b="0" dirty="0">
                <a:solidFill>
                  <a:srgbClr val="77777A"/>
                </a:solidFill>
                <a:latin typeface="Meiryo UI" panose="020B0604030504040204" pitchFamily="50" charset="-128"/>
                <a:ea typeface="Meiryo UI" panose="020B0604030504040204" pitchFamily="50" charset="-128"/>
              </a:rPr>
              <a:t>本資料についてのお問い合わせ先</a:t>
            </a:r>
          </a:p>
        </p:txBody>
      </p:sp>
      <p:sp>
        <p:nvSpPr>
          <p:cNvPr id="9" name="テキスト ボックス 8">
            <a:extLst>
              <a:ext uri="{FF2B5EF4-FFF2-40B4-BE49-F238E27FC236}">
                <a16:creationId xmlns:a16="http://schemas.microsoft.com/office/drawing/2014/main" id="{CA58BACD-4932-4D31-BA3E-1291D1CD2FB5}"/>
              </a:ext>
            </a:extLst>
          </p:cNvPr>
          <p:cNvSpPr txBox="1"/>
          <p:nvPr userDrawn="1"/>
        </p:nvSpPr>
        <p:spPr>
          <a:xfrm>
            <a:off x="612000" y="5971842"/>
            <a:ext cx="7920000" cy="369332"/>
          </a:xfrm>
          <a:prstGeom prst="rect">
            <a:avLst/>
          </a:prstGeom>
          <a:noFill/>
        </p:spPr>
        <p:txBody>
          <a:bodyPr wrap="square" rtlCol="0">
            <a:spAutoFit/>
          </a:bodyPr>
          <a:lstStyle/>
          <a:p>
            <a:pPr algn="ctr"/>
            <a:r>
              <a:rPr kumimoji="1" lang="ja-JP" altLang="en-US" sz="1800" b="0" dirty="0">
                <a:solidFill>
                  <a:srgbClr val="77777A"/>
                </a:solidFill>
                <a:latin typeface="Meiryo UI" panose="020B0604030504040204" pitchFamily="50" charset="-128"/>
                <a:ea typeface="Meiryo UI" panose="020B0604030504040204" pitchFamily="50" charset="-128"/>
              </a:rPr>
              <a:t>トレノケート株式会社</a:t>
            </a:r>
          </a:p>
        </p:txBody>
      </p:sp>
    </p:spTree>
    <p:extLst>
      <p:ext uri="{BB962C8B-B14F-4D97-AF65-F5344CB8AC3E}">
        <p14:creationId xmlns:p14="http://schemas.microsoft.com/office/powerpoint/2010/main" val="3215962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スライド番号プレースホルダー 4"/>
          <p:cNvSpPr>
            <a:spLocks noGrp="1"/>
          </p:cNvSpPr>
          <p:nvPr>
            <p:ph type="sldNum" sz="quarter" idx="10"/>
          </p:nvPr>
        </p:nvSpPr>
        <p:spPr/>
        <p:txBody>
          <a:bodyPr/>
          <a:lstStyle/>
          <a:p>
            <a:pPr>
              <a:defRPr/>
            </a:pPr>
            <a:fld id="{317FD5BC-56C6-4791-9AE8-E48ACCBD4B05}" type="slidenum">
              <a:rPr lang="ja-JP" altLang="en-US" smtClean="0"/>
              <a:pPr>
                <a:defRPr/>
              </a:pPr>
              <a:t>‹#›</a:t>
            </a:fld>
            <a:endParaRPr lang="en-US" altLang="ja-JP" dirty="0"/>
          </a:p>
        </p:txBody>
      </p:sp>
    </p:spTree>
    <p:extLst>
      <p:ext uri="{BB962C8B-B14F-4D97-AF65-F5344CB8AC3E}">
        <p14:creationId xmlns:p14="http://schemas.microsoft.com/office/powerpoint/2010/main" val="2999455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0" y="-4763"/>
            <a:ext cx="914400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0" y="6652204"/>
            <a:ext cx="91440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bwMode="white">
          <a:xfrm>
            <a:off x="255600" y="72000"/>
            <a:ext cx="8640000" cy="432000"/>
          </a:xfrm>
          <a:prstGeom prst="rect">
            <a:avLst/>
          </a:prstGeom>
        </p:spPr>
        <p:txBody>
          <a:bodyPr vert="horz" lIns="91440" tIns="45720" rIns="91440" bIns="45720" rtlCol="0" anchor="ctr">
            <a:noAutofit/>
          </a:bodyPr>
          <a:lstStyle/>
          <a:p>
            <a:r>
              <a:rPr lang="ja-JP" altLang="en-US" dirty="0"/>
              <a:t>マスター タイトルの書式設定</a:t>
            </a:r>
            <a:endParaRPr lang="en-US" dirty="0"/>
          </a:p>
        </p:txBody>
      </p:sp>
      <p:sp>
        <p:nvSpPr>
          <p:cNvPr id="5" name="Footer Placeholder 4"/>
          <p:cNvSpPr>
            <a:spLocks noGrp="1"/>
          </p:cNvSpPr>
          <p:nvPr>
            <p:ph type="ftr" sz="quarter" idx="3"/>
          </p:nvPr>
        </p:nvSpPr>
        <p:spPr bwMode="white">
          <a:xfrm>
            <a:off x="72000" y="6660000"/>
            <a:ext cx="3600000" cy="180000"/>
          </a:xfrm>
          <a:prstGeom prst="rect">
            <a:avLst/>
          </a:prstGeom>
        </p:spPr>
        <p:txBody>
          <a:bodyPr vert="horz" lIns="91440" tIns="45720" rIns="91440" bIns="45720" rtlCol="0" anchor="t"/>
          <a:lstStyle>
            <a:lvl1pPr algn="l">
              <a:defRPr sz="900" b="1">
                <a:solidFill>
                  <a:schemeClr val="bg1"/>
                </a:solidFill>
              </a:defRPr>
            </a:lvl1pPr>
          </a:lstStyle>
          <a:p>
            <a:r>
              <a:rPr lang="en-US" altLang="ja-JP" dirty="0"/>
              <a:t>Trainocate Japan, Ltd. All rights reserved.</a:t>
            </a:r>
          </a:p>
        </p:txBody>
      </p:sp>
      <p:sp>
        <p:nvSpPr>
          <p:cNvPr id="6" name="Slide Number Placeholder 5"/>
          <p:cNvSpPr>
            <a:spLocks noGrp="1"/>
          </p:cNvSpPr>
          <p:nvPr>
            <p:ph type="sldNum" sz="quarter" idx="4"/>
          </p:nvPr>
        </p:nvSpPr>
        <p:spPr bwMode="white">
          <a:xfrm>
            <a:off x="7981950" y="6660000"/>
            <a:ext cx="1080000" cy="180000"/>
          </a:xfrm>
          <a:prstGeom prst="rect">
            <a:avLst/>
          </a:prstGeom>
        </p:spPr>
        <p:txBody>
          <a:bodyPr vert="horz" lIns="91440" tIns="45720" rIns="91440" bIns="45720" rtlCol="0" anchor="t"/>
          <a:lstStyle>
            <a:lvl1pPr algn="r">
              <a:defRPr sz="1000" b="1">
                <a:solidFill>
                  <a:schemeClr val="bg1"/>
                </a:solidFill>
              </a:defRPr>
            </a:lvl1pPr>
          </a:lstStyle>
          <a:p>
            <a:fld id="{46BB8D49-91AB-4BE8-B7F4-8EAFE2BF815D}" type="slidenum">
              <a:rPr kumimoji="1" lang="ja-JP" altLang="en-US" smtClean="0"/>
              <a:pPr/>
              <a:t>‹#›</a:t>
            </a:fld>
            <a:endParaRPr kumimoji="1" lang="ja-JP" altLang="en-US" dirty="0"/>
          </a:p>
        </p:txBody>
      </p:sp>
      <p:sp>
        <p:nvSpPr>
          <p:cNvPr id="4" name="テキスト プレースホルダー 3"/>
          <p:cNvSpPr>
            <a:spLocks noGrp="1"/>
          </p:cNvSpPr>
          <p:nvPr>
            <p:ph type="body" idx="1"/>
          </p:nvPr>
        </p:nvSpPr>
        <p:spPr>
          <a:xfrm>
            <a:off x="255600" y="611999"/>
            <a:ext cx="8640000" cy="5940000"/>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065573185"/>
      </p:ext>
    </p:extLst>
  </p:cSld>
  <p:clrMap bg1="lt1" tx1="dk1" bg2="lt2" tx2="dk2" accent1="accent1" accent2="accent2" accent3="accent3" accent4="accent4" accent5="accent5" accent6="accent6" hlink="hlink" folHlink="folHlink"/>
  <p:sldLayoutIdLst>
    <p:sldLayoutId id="2147483672" r:id="rId1"/>
    <p:sldLayoutId id="2147483678" r:id="rId2"/>
    <p:sldLayoutId id="2147483675" r:id="rId3"/>
    <p:sldLayoutId id="2147483661" r:id="rId4"/>
    <p:sldLayoutId id="2147483674" r:id="rId5"/>
    <p:sldLayoutId id="2147483677" r:id="rId6"/>
    <p:sldLayoutId id="2147483679" r:id="rId7"/>
  </p:sldLayoutIdLst>
  <p:hf hdr="0" dt="0"/>
  <p:txStyles>
    <p:titleStyle>
      <a:lvl1pPr algn="l" defTabSz="914400" rtl="0" eaLnBrk="1" latinLnBrk="0" hangingPunct="1">
        <a:lnSpc>
          <a:spcPct val="90000"/>
        </a:lnSpc>
        <a:spcBef>
          <a:spcPct val="0"/>
        </a:spcBef>
        <a:buNone/>
        <a:defRPr kumimoji="1" sz="2400" b="1" kern="1200">
          <a:solidFill>
            <a:schemeClr val="bg1"/>
          </a:solidFill>
          <a:latin typeface="Meiryo UI" panose="020B0604030504040204" pitchFamily="50" charset="-128"/>
          <a:ea typeface="Meiryo UI" panose="020B0604030504040204" pitchFamily="50" charset="-128"/>
          <a:cs typeface="+mj-cs"/>
        </a:defRPr>
      </a:lvl1pPr>
    </p:titleStyle>
    <p:bodyStyle>
      <a:lvl1pPr marL="357188" marR="0" indent="-357188" algn="l" defTabSz="914400" rtl="0" eaLnBrk="1" fontAlgn="base" latinLnBrk="0" hangingPunct="1">
        <a:lnSpc>
          <a:spcPct val="100000"/>
        </a:lnSpc>
        <a:spcBef>
          <a:spcPct val="20000"/>
        </a:spcBef>
        <a:spcAft>
          <a:spcPct val="0"/>
        </a:spcAft>
        <a:buClr>
          <a:schemeClr val="tx1">
            <a:lumMod val="75000"/>
            <a:lumOff val="25000"/>
          </a:schemeClr>
        </a:buClr>
        <a:buSzTx/>
        <a:buFont typeface="Wingdings" panose="05000000000000000000" pitchFamily="2" charset="2"/>
        <a:buChar char="n"/>
        <a:tabLst/>
        <a:defRPr kumimoji="1" sz="2800" kern="1200">
          <a:solidFill>
            <a:schemeClr val="tx1"/>
          </a:solidFill>
          <a:latin typeface="Meiryo UI" panose="020B0604030504040204" pitchFamily="50" charset="-128"/>
          <a:ea typeface="Meiryo UI" panose="020B0604030504040204" pitchFamily="50" charset="-128"/>
          <a:cs typeface="+mn-cs"/>
        </a:defRPr>
      </a:lvl1pPr>
      <a:lvl2pPr marL="742950" marR="0" indent="-285750" algn="l" defTabSz="914400" rtl="0" eaLnBrk="1" fontAlgn="base" latinLnBrk="0" hangingPunct="1">
        <a:lnSpc>
          <a:spcPct val="100000"/>
        </a:lnSpc>
        <a:spcBef>
          <a:spcPct val="20000"/>
        </a:spcBef>
        <a:spcAft>
          <a:spcPct val="0"/>
        </a:spcAft>
        <a:buClr>
          <a:schemeClr val="tx1">
            <a:lumMod val="75000"/>
            <a:lumOff val="25000"/>
          </a:schemeClr>
        </a:buClr>
        <a:buSzTx/>
        <a:buFont typeface="Wingdings" panose="05000000000000000000" pitchFamily="2" charset="2"/>
        <a:buChar char="l"/>
        <a:tabLst/>
        <a:defRPr kumimoji="1" sz="2400" kern="1200">
          <a:solidFill>
            <a:schemeClr val="tx1"/>
          </a:solidFill>
          <a:latin typeface="Meiryo UI" panose="020B0604030504040204" pitchFamily="50" charset="-128"/>
          <a:ea typeface="Meiryo UI" panose="020B0604030504040204" pitchFamily="50" charset="-128"/>
          <a:cs typeface="+mn-cs"/>
        </a:defRPr>
      </a:lvl2pPr>
      <a:lvl3pPr marL="1143000" marR="0" indent="-228600" algn="l" defTabSz="914400" rtl="0" eaLnBrk="1" fontAlgn="base" latinLnBrk="0" hangingPunct="1">
        <a:lnSpc>
          <a:spcPct val="100000"/>
        </a:lnSpc>
        <a:spcBef>
          <a:spcPct val="20000"/>
        </a:spcBef>
        <a:spcAft>
          <a:spcPct val="0"/>
        </a:spcAft>
        <a:buClr>
          <a:schemeClr val="tx1">
            <a:lumMod val="75000"/>
            <a:lumOff val="25000"/>
          </a:schemeClr>
        </a:buClr>
        <a:buSzTx/>
        <a:buFont typeface="HGPｺﾞｼｯｸE" panose="020B0900000000000000" pitchFamily="50" charset="-128"/>
        <a:buChar char="-"/>
        <a:tabLst/>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marR="0" indent="-228600" algn="l" defTabSz="914400" rtl="0" eaLnBrk="1" fontAlgn="base" latinLnBrk="0" hangingPunct="1">
        <a:lnSpc>
          <a:spcPct val="100000"/>
        </a:lnSpc>
        <a:spcBef>
          <a:spcPct val="20000"/>
        </a:spcBef>
        <a:spcAft>
          <a:spcPct val="0"/>
        </a:spcAft>
        <a:buClr>
          <a:schemeClr val="tx1">
            <a:lumMod val="75000"/>
            <a:lumOff val="25000"/>
          </a:schemeClr>
        </a:buClr>
        <a:buSzTx/>
        <a:buFontTx/>
        <a:buChar char="•"/>
        <a:tabLst/>
        <a:defRPr kumimoji="1" sz="1800" kern="1200">
          <a:solidFill>
            <a:schemeClr val="tx1"/>
          </a:solidFill>
          <a:latin typeface="Meiryo UI" panose="020B0604030504040204" pitchFamily="50" charset="-128"/>
          <a:ea typeface="Meiryo UI" panose="020B0604030504040204" pitchFamily="50" charset="-128"/>
          <a:cs typeface="+mn-cs"/>
        </a:defRPr>
      </a:lvl4pPr>
      <a:lvl5pPr marL="2057400" marR="0" indent="-228600" algn="l" defTabSz="914400" rtl="0" eaLnBrk="1" fontAlgn="base" latinLnBrk="0" hangingPunct="1">
        <a:lnSpc>
          <a:spcPct val="100000"/>
        </a:lnSpc>
        <a:spcBef>
          <a:spcPct val="20000"/>
        </a:spcBef>
        <a:spcAft>
          <a:spcPct val="0"/>
        </a:spcAft>
        <a:buClr>
          <a:prstClr val="black"/>
        </a:buClr>
        <a:buSzTx/>
        <a:buFont typeface="Wingdings" panose="05000000000000000000" pitchFamily="2" charset="2"/>
        <a:buNone/>
        <a:tabLst/>
        <a:defRPr kumimoji="1"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pos="158" userDrawn="1">
          <p15:clr>
            <a:srgbClr val="F26B43"/>
          </p15:clr>
        </p15:guide>
        <p15:guide id="4" pos="560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CC300C1-62D6-4EB2-A5F8-5B892EC3DD4F}"/>
              </a:ext>
            </a:extLst>
          </p:cNvPr>
          <p:cNvSpPr>
            <a:spLocks noGrp="1"/>
          </p:cNvSpPr>
          <p:nvPr>
            <p:ph type="ctrTitle"/>
          </p:nvPr>
        </p:nvSpPr>
        <p:spPr>
          <a:xfrm>
            <a:off x="989944" y="3002262"/>
            <a:ext cx="7181850" cy="535531"/>
          </a:xfrm>
        </p:spPr>
        <p:txBody>
          <a:bodyPr/>
          <a:lstStyle/>
          <a:p>
            <a:r>
              <a:rPr lang="ja-JP" altLang="en-US" dirty="0"/>
              <a:t>⑤試験項目の実施</a:t>
            </a:r>
            <a:endParaRPr kumimoji="1" lang="ja-JP" altLang="en-US" dirty="0"/>
          </a:p>
        </p:txBody>
      </p:sp>
      <p:sp>
        <p:nvSpPr>
          <p:cNvPr id="6" name="コンテンツ プレースホルダー 5">
            <a:extLst>
              <a:ext uri="{FF2B5EF4-FFF2-40B4-BE49-F238E27FC236}">
                <a16:creationId xmlns:a16="http://schemas.microsoft.com/office/drawing/2014/main" id="{FC21B01A-FC07-4679-A5A5-320BA1F87DE5}"/>
              </a:ext>
            </a:extLst>
          </p:cNvPr>
          <p:cNvSpPr>
            <a:spLocks noGrp="1"/>
          </p:cNvSpPr>
          <p:nvPr>
            <p:ph idx="1"/>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27F98EE6-EEF0-45D1-B69F-B6F428E31951}"/>
              </a:ext>
            </a:extLst>
          </p:cNvPr>
          <p:cNvSpPr>
            <a:spLocks noGrp="1"/>
          </p:cNvSpPr>
          <p:nvPr>
            <p:ph idx="10"/>
          </p:nvPr>
        </p:nvSpPr>
        <p:spPr/>
        <p:txBody>
          <a:bodyPr/>
          <a:lstStyle/>
          <a:p>
            <a:endParaRPr lang="ja-JP" altLang="en-US"/>
          </a:p>
        </p:txBody>
      </p:sp>
    </p:spTree>
    <p:extLst>
      <p:ext uri="{BB962C8B-B14F-4D97-AF65-F5344CB8AC3E}">
        <p14:creationId xmlns:p14="http://schemas.microsoft.com/office/powerpoint/2010/main" val="2043652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D327A2-62C1-617C-11A2-B20E776B0CD0}"/>
              </a:ext>
            </a:extLst>
          </p:cNvPr>
          <p:cNvSpPr>
            <a:spLocks noGrp="1"/>
          </p:cNvSpPr>
          <p:nvPr>
            <p:ph type="ctrTitle"/>
          </p:nvPr>
        </p:nvSpPr>
        <p:spPr/>
        <p:txBody>
          <a:bodyPr/>
          <a:lstStyle/>
          <a:p>
            <a:r>
              <a:rPr kumimoji="1" lang="ja-JP" altLang="en-US" dirty="0"/>
              <a:t>ここまでの正常性確認</a:t>
            </a:r>
          </a:p>
        </p:txBody>
      </p:sp>
    </p:spTree>
    <p:extLst>
      <p:ext uri="{BB962C8B-B14F-4D97-AF65-F5344CB8AC3E}">
        <p14:creationId xmlns:p14="http://schemas.microsoft.com/office/powerpoint/2010/main" val="1888304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CB98D4-4094-A1B1-87E7-9A419B433175}"/>
              </a:ext>
            </a:extLst>
          </p:cNvPr>
          <p:cNvSpPr>
            <a:spLocks noGrp="1"/>
          </p:cNvSpPr>
          <p:nvPr>
            <p:ph type="title"/>
          </p:nvPr>
        </p:nvSpPr>
        <p:spPr/>
        <p:txBody>
          <a:bodyPr/>
          <a:lstStyle/>
          <a:p>
            <a:r>
              <a:rPr lang="ja-JP" altLang="en-US" dirty="0"/>
              <a:t>正常性確認①</a:t>
            </a:r>
            <a:endParaRPr kumimoji="1" lang="ja-JP" altLang="en-US" dirty="0"/>
          </a:p>
        </p:txBody>
      </p:sp>
      <p:sp>
        <p:nvSpPr>
          <p:cNvPr id="3" name="コンテンツ プレースホルダー 2">
            <a:extLst>
              <a:ext uri="{FF2B5EF4-FFF2-40B4-BE49-F238E27FC236}">
                <a16:creationId xmlns:a16="http://schemas.microsoft.com/office/drawing/2014/main" id="{A742DFEC-B5FC-A346-1227-4CCBDC8A1A68}"/>
              </a:ext>
            </a:extLst>
          </p:cNvPr>
          <p:cNvSpPr>
            <a:spLocks noGrp="1"/>
          </p:cNvSpPr>
          <p:nvPr>
            <p:ph idx="1"/>
          </p:nvPr>
        </p:nvSpPr>
        <p:spPr/>
        <p:txBody>
          <a:bodyPr/>
          <a:lstStyle/>
          <a:p>
            <a:r>
              <a:rPr lang="ja-JP" altLang="en-US" sz="2400" dirty="0"/>
              <a:t>正常時の動作確認</a:t>
            </a:r>
            <a:endParaRPr lang="en-US" altLang="ja-JP" sz="2400" dirty="0"/>
          </a:p>
          <a:p>
            <a:pPr lvl="1"/>
            <a:r>
              <a:rPr lang="ja-JP" altLang="en-US" sz="2200" dirty="0"/>
              <a:t>配線、リンクランプ点灯確認</a:t>
            </a:r>
            <a:endParaRPr lang="en-US" altLang="ja-JP" sz="2200" dirty="0"/>
          </a:p>
          <a:p>
            <a:pPr lvl="1"/>
            <a:r>
              <a:rPr lang="en-US" altLang="ja-JP" sz="2200" dirty="0"/>
              <a:t>VLAN</a:t>
            </a:r>
          </a:p>
          <a:p>
            <a:pPr lvl="2"/>
            <a:r>
              <a:rPr lang="ja-JP" altLang="en-US" dirty="0"/>
              <a:t>必要なデバイスで</a:t>
            </a:r>
            <a:r>
              <a:rPr lang="en-US" altLang="ja-JP" dirty="0"/>
              <a:t>VLAN</a:t>
            </a:r>
            <a:r>
              <a:rPr lang="ja-JP" altLang="en-US" dirty="0"/>
              <a:t>が作成されているか</a:t>
            </a:r>
            <a:endParaRPr lang="en-US" altLang="ja-JP" dirty="0"/>
          </a:p>
          <a:p>
            <a:pPr lvl="2"/>
            <a:r>
              <a:rPr lang="ja-JP" altLang="en-US" dirty="0"/>
              <a:t>アクセス、トランクポートで必要な</a:t>
            </a:r>
            <a:r>
              <a:rPr lang="en-US" altLang="ja-JP" dirty="0"/>
              <a:t>VLAN</a:t>
            </a:r>
            <a:r>
              <a:rPr lang="ja-JP" altLang="en-US" dirty="0"/>
              <a:t>が割り当てられているか</a:t>
            </a:r>
            <a:endParaRPr lang="en-US" altLang="ja-JP" dirty="0"/>
          </a:p>
          <a:p>
            <a:pPr lvl="1"/>
            <a:r>
              <a:rPr lang="en-US" altLang="ja-JP" dirty="0"/>
              <a:t>STP</a:t>
            </a:r>
          </a:p>
          <a:p>
            <a:pPr lvl="2"/>
            <a:r>
              <a:rPr lang="ja-JP" altLang="en-US" dirty="0"/>
              <a:t>ルートブリッジが</a:t>
            </a:r>
            <a:r>
              <a:rPr lang="en-US" altLang="ja-JP" dirty="0"/>
              <a:t>VLAN</a:t>
            </a:r>
            <a:r>
              <a:rPr lang="ja-JP" altLang="en-US" dirty="0"/>
              <a:t>ごとに分散されているか</a:t>
            </a:r>
            <a:endParaRPr lang="en-US" altLang="ja-JP" dirty="0"/>
          </a:p>
          <a:p>
            <a:pPr lvl="2"/>
            <a:r>
              <a:rPr lang="ja-JP" altLang="en-US" dirty="0"/>
              <a:t>正常時のブロッキングポートの場所は適切か</a:t>
            </a:r>
            <a:endParaRPr lang="en-US" altLang="ja-JP" dirty="0"/>
          </a:p>
          <a:p>
            <a:pPr lvl="1"/>
            <a:r>
              <a:rPr lang="en-US" altLang="ja-JP" dirty="0"/>
              <a:t>HSRP</a:t>
            </a:r>
          </a:p>
          <a:p>
            <a:pPr lvl="2"/>
            <a:r>
              <a:rPr lang="en-US" altLang="ja-JP" dirty="0"/>
              <a:t>Active</a:t>
            </a:r>
            <a:r>
              <a:rPr lang="ja-JP" altLang="en-US" dirty="0"/>
              <a:t>ルータが</a:t>
            </a:r>
            <a:r>
              <a:rPr lang="en-US" altLang="ja-JP" dirty="0"/>
              <a:t>VLAN</a:t>
            </a:r>
            <a:r>
              <a:rPr lang="ja-JP" altLang="en-US" dirty="0"/>
              <a:t>ごとに分散されているか</a:t>
            </a:r>
            <a:endParaRPr lang="en-US" altLang="ja-JP" dirty="0"/>
          </a:p>
          <a:p>
            <a:pPr lvl="1"/>
            <a:r>
              <a:rPr lang="ja-JP" altLang="en-US" dirty="0"/>
              <a:t>セキュリティ</a:t>
            </a:r>
            <a:endParaRPr lang="en-US" altLang="ja-JP" dirty="0"/>
          </a:p>
          <a:p>
            <a:pPr lvl="2"/>
            <a:r>
              <a:rPr lang="en-US" altLang="ja-JP" dirty="0"/>
              <a:t>telnet</a:t>
            </a:r>
            <a:r>
              <a:rPr lang="ja-JP" altLang="en-US" dirty="0"/>
              <a:t>のアクセス制限、ポートセキュリティなどが条件通りに動作するか</a:t>
            </a:r>
            <a:endParaRPr lang="en-US" altLang="ja-JP" dirty="0"/>
          </a:p>
          <a:p>
            <a:pPr lvl="1"/>
            <a:endParaRPr lang="en-US" altLang="ja-JP" sz="2200" dirty="0"/>
          </a:p>
          <a:p>
            <a:pPr lvl="3"/>
            <a:endParaRPr lang="en-US" altLang="ja-JP" sz="1600" dirty="0"/>
          </a:p>
          <a:p>
            <a:pPr lvl="1"/>
            <a:endParaRPr lang="en-US" altLang="ja-JP" sz="2000" dirty="0"/>
          </a:p>
        </p:txBody>
      </p:sp>
      <p:sp>
        <p:nvSpPr>
          <p:cNvPr id="4" name="スライド番号プレースホルダー 3">
            <a:extLst>
              <a:ext uri="{FF2B5EF4-FFF2-40B4-BE49-F238E27FC236}">
                <a16:creationId xmlns:a16="http://schemas.microsoft.com/office/drawing/2014/main" id="{EB15AD22-8284-9F71-1DBF-D82682EBB34E}"/>
              </a:ext>
            </a:extLst>
          </p:cNvPr>
          <p:cNvSpPr>
            <a:spLocks noGrp="1"/>
          </p:cNvSpPr>
          <p:nvPr>
            <p:ph type="sldNum" sz="quarter" idx="10"/>
          </p:nvPr>
        </p:nvSpPr>
        <p:spPr/>
        <p:txBody>
          <a:bodyPr/>
          <a:lstStyle/>
          <a:p>
            <a:pPr>
              <a:defRPr/>
            </a:pPr>
            <a:fld id="{317FD5BC-56C6-4791-9AE8-E48ACCBD4B05}" type="slidenum">
              <a:rPr lang="ja-JP" altLang="en-US" smtClean="0"/>
              <a:pPr>
                <a:defRPr/>
              </a:pPr>
              <a:t>3</a:t>
            </a:fld>
            <a:endParaRPr lang="en-US" altLang="ja-JP" dirty="0"/>
          </a:p>
        </p:txBody>
      </p:sp>
    </p:spTree>
    <p:extLst>
      <p:ext uri="{BB962C8B-B14F-4D97-AF65-F5344CB8AC3E}">
        <p14:creationId xmlns:p14="http://schemas.microsoft.com/office/powerpoint/2010/main" val="1526760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31F11A-6B0C-9140-1A40-181149211F55}"/>
              </a:ext>
            </a:extLst>
          </p:cNvPr>
          <p:cNvSpPr>
            <a:spLocks noGrp="1"/>
          </p:cNvSpPr>
          <p:nvPr>
            <p:ph type="title"/>
          </p:nvPr>
        </p:nvSpPr>
        <p:spPr/>
        <p:txBody>
          <a:bodyPr/>
          <a:lstStyle/>
          <a:p>
            <a:r>
              <a:rPr lang="ja-JP" altLang="en-US" dirty="0"/>
              <a:t>正常性確認②</a:t>
            </a:r>
            <a:endParaRPr kumimoji="1" lang="ja-JP" altLang="en-US" dirty="0"/>
          </a:p>
        </p:txBody>
      </p:sp>
      <p:sp>
        <p:nvSpPr>
          <p:cNvPr id="3" name="コンテンツ プレースホルダー 2">
            <a:extLst>
              <a:ext uri="{FF2B5EF4-FFF2-40B4-BE49-F238E27FC236}">
                <a16:creationId xmlns:a16="http://schemas.microsoft.com/office/drawing/2014/main" id="{10D3A556-7B13-B820-C7D8-02DE3B05004E}"/>
              </a:ext>
            </a:extLst>
          </p:cNvPr>
          <p:cNvSpPr>
            <a:spLocks noGrp="1"/>
          </p:cNvSpPr>
          <p:nvPr>
            <p:ph idx="1"/>
          </p:nvPr>
        </p:nvSpPr>
        <p:spPr/>
        <p:txBody>
          <a:bodyPr/>
          <a:lstStyle/>
          <a:p>
            <a:pPr lvl="1"/>
            <a:r>
              <a:rPr lang="en-US" altLang="ja-JP" dirty="0"/>
              <a:t>OSPF</a:t>
            </a:r>
          </a:p>
          <a:p>
            <a:pPr lvl="2"/>
            <a:r>
              <a:rPr lang="ja-JP" altLang="en-US" dirty="0"/>
              <a:t>ネイバーは正常に確立できているか</a:t>
            </a:r>
            <a:endParaRPr lang="en-US" altLang="ja-JP" dirty="0"/>
          </a:p>
          <a:p>
            <a:pPr lvl="1"/>
            <a:r>
              <a:rPr lang="en-US" altLang="ja-JP" dirty="0"/>
              <a:t>BGP</a:t>
            </a:r>
          </a:p>
          <a:p>
            <a:pPr lvl="2"/>
            <a:r>
              <a:rPr lang="ja-JP" altLang="en-US" dirty="0"/>
              <a:t>ネイバーは正常に確立できているか</a:t>
            </a:r>
            <a:endParaRPr lang="en-US" altLang="ja-JP" dirty="0"/>
          </a:p>
          <a:p>
            <a:pPr lvl="2"/>
            <a:r>
              <a:rPr lang="ja-JP" altLang="en-US" dirty="0"/>
              <a:t>アトリビュートは適切に設定されているか</a:t>
            </a:r>
            <a:endParaRPr lang="en-US" altLang="ja-JP" dirty="0"/>
          </a:p>
          <a:p>
            <a:pPr lvl="1"/>
            <a:r>
              <a:rPr lang="ja-JP" altLang="en-US" dirty="0"/>
              <a:t>ルーティングテーブル</a:t>
            </a:r>
            <a:endParaRPr lang="en-US" altLang="ja-JP" dirty="0"/>
          </a:p>
          <a:p>
            <a:pPr lvl="2"/>
            <a:r>
              <a:rPr lang="ja-JP" altLang="en-US" dirty="0"/>
              <a:t>条件通りの経路調整ができているか</a:t>
            </a:r>
            <a:endParaRPr lang="en-US" altLang="ja-JP" dirty="0"/>
          </a:p>
          <a:p>
            <a:pPr lvl="1"/>
            <a:r>
              <a:rPr lang="ja-JP" altLang="en-US" dirty="0"/>
              <a:t>通信確認</a:t>
            </a:r>
            <a:endParaRPr lang="en-US" altLang="ja-JP" dirty="0"/>
          </a:p>
          <a:p>
            <a:pPr lvl="2"/>
            <a:r>
              <a:rPr lang="ja-JP" altLang="en-US" dirty="0"/>
              <a:t>拠点内の全アドレスと通信できるか</a:t>
            </a:r>
            <a:endParaRPr lang="en-US" altLang="ja-JP" dirty="0"/>
          </a:p>
          <a:p>
            <a:pPr lvl="2"/>
            <a:r>
              <a:rPr lang="ja-JP" altLang="en-US" dirty="0"/>
              <a:t>他拠点のホストと通信できるか</a:t>
            </a:r>
            <a:endParaRPr lang="en-US" altLang="ja-JP" dirty="0"/>
          </a:p>
          <a:p>
            <a:pPr lvl="1"/>
            <a:r>
              <a:rPr lang="ja-JP" altLang="en-US" dirty="0"/>
              <a:t>管理機能</a:t>
            </a:r>
            <a:endParaRPr lang="en-US" altLang="ja-JP" dirty="0"/>
          </a:p>
          <a:p>
            <a:pPr lvl="2"/>
            <a:r>
              <a:rPr lang="ja-JP" altLang="en-US" dirty="0"/>
              <a:t>各デバイスに</a:t>
            </a:r>
            <a:r>
              <a:rPr lang="en-US" altLang="ja-JP" dirty="0"/>
              <a:t>Telnet</a:t>
            </a:r>
            <a:r>
              <a:rPr lang="ja-JP" altLang="en-US" dirty="0"/>
              <a:t>し、特権モードに移行できるか</a:t>
            </a:r>
            <a:endParaRPr lang="en-US" altLang="ja-JP" dirty="0"/>
          </a:p>
          <a:p>
            <a:pPr lvl="2"/>
            <a:r>
              <a:rPr lang="en-US" altLang="ja-JP" dirty="0"/>
              <a:t>NTP</a:t>
            </a:r>
            <a:r>
              <a:rPr lang="ja-JP" altLang="en-US" dirty="0"/>
              <a:t>で時刻が同期できているか</a:t>
            </a:r>
            <a:endParaRPr lang="en-US" altLang="ja-JP" dirty="0"/>
          </a:p>
          <a:p>
            <a:pPr lvl="2"/>
            <a:r>
              <a:rPr lang="ja-JP" altLang="en-US" dirty="0"/>
              <a:t>監視サーバーへアクセスでき、</a:t>
            </a:r>
            <a:r>
              <a:rPr lang="en-US" altLang="ja-JP" dirty="0"/>
              <a:t>SNMP</a:t>
            </a:r>
            <a:r>
              <a:rPr lang="ja-JP" altLang="en-US" dirty="0"/>
              <a:t>や</a:t>
            </a:r>
            <a:r>
              <a:rPr lang="en-US" altLang="ja-JP" dirty="0"/>
              <a:t>syslog</a:t>
            </a:r>
            <a:r>
              <a:rPr lang="ja-JP" altLang="en-US" dirty="0"/>
              <a:t>が正常に動作するか</a:t>
            </a:r>
            <a:endParaRPr lang="en-US" altLang="ja-JP" dirty="0"/>
          </a:p>
          <a:p>
            <a:pPr lvl="3"/>
            <a:endParaRPr lang="en-US" altLang="ja-JP" sz="1600" dirty="0"/>
          </a:p>
          <a:p>
            <a:pPr lvl="1"/>
            <a:endParaRPr lang="en-US" altLang="ja-JP" sz="2000" dirty="0"/>
          </a:p>
          <a:p>
            <a:endParaRPr kumimoji="1" lang="ja-JP" altLang="en-US" dirty="0"/>
          </a:p>
        </p:txBody>
      </p:sp>
      <p:sp>
        <p:nvSpPr>
          <p:cNvPr id="4" name="スライド番号プレースホルダー 3">
            <a:extLst>
              <a:ext uri="{FF2B5EF4-FFF2-40B4-BE49-F238E27FC236}">
                <a16:creationId xmlns:a16="http://schemas.microsoft.com/office/drawing/2014/main" id="{A5C0CC1A-80B2-CE4B-D355-E91FF158116C}"/>
              </a:ext>
            </a:extLst>
          </p:cNvPr>
          <p:cNvSpPr>
            <a:spLocks noGrp="1"/>
          </p:cNvSpPr>
          <p:nvPr>
            <p:ph type="sldNum" sz="quarter" idx="10"/>
          </p:nvPr>
        </p:nvSpPr>
        <p:spPr/>
        <p:txBody>
          <a:bodyPr/>
          <a:lstStyle/>
          <a:p>
            <a:pPr>
              <a:defRPr/>
            </a:pPr>
            <a:fld id="{317FD5BC-56C6-4791-9AE8-E48ACCBD4B05}" type="slidenum">
              <a:rPr lang="ja-JP" altLang="en-US" smtClean="0"/>
              <a:pPr>
                <a:defRPr/>
              </a:pPr>
              <a:t>4</a:t>
            </a:fld>
            <a:endParaRPr lang="en-US" altLang="ja-JP" dirty="0"/>
          </a:p>
        </p:txBody>
      </p:sp>
    </p:spTree>
    <p:extLst>
      <p:ext uri="{BB962C8B-B14F-4D97-AF65-F5344CB8AC3E}">
        <p14:creationId xmlns:p14="http://schemas.microsoft.com/office/powerpoint/2010/main" val="1081814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16A07-5F70-21C3-BA55-B247D11499E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6680260-A253-37CA-7E13-D05C10DCFE6F}"/>
              </a:ext>
            </a:extLst>
          </p:cNvPr>
          <p:cNvSpPr>
            <a:spLocks noGrp="1"/>
          </p:cNvSpPr>
          <p:nvPr>
            <p:ph type="ctrTitle"/>
          </p:nvPr>
        </p:nvSpPr>
        <p:spPr/>
        <p:txBody>
          <a:bodyPr/>
          <a:lstStyle/>
          <a:p>
            <a:r>
              <a:rPr kumimoji="1" lang="ja-JP" altLang="en-US" dirty="0"/>
              <a:t>障害試験</a:t>
            </a:r>
          </a:p>
        </p:txBody>
      </p:sp>
    </p:spTree>
    <p:extLst>
      <p:ext uri="{BB962C8B-B14F-4D97-AF65-F5344CB8AC3E}">
        <p14:creationId xmlns:p14="http://schemas.microsoft.com/office/powerpoint/2010/main" val="3276741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653A4-213F-40A6-747B-DD9C015EC2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2D0941B-B534-8633-A7FA-02362D2AA59D}"/>
              </a:ext>
            </a:extLst>
          </p:cNvPr>
          <p:cNvSpPr>
            <a:spLocks noGrp="1"/>
          </p:cNvSpPr>
          <p:nvPr>
            <p:ph type="title"/>
          </p:nvPr>
        </p:nvSpPr>
        <p:spPr/>
        <p:txBody>
          <a:bodyPr/>
          <a:lstStyle/>
          <a:p>
            <a:r>
              <a:rPr lang="ja-JP" altLang="en-US" dirty="0"/>
              <a:t>障害試験①</a:t>
            </a:r>
            <a:endParaRPr kumimoji="1" lang="ja-JP" altLang="en-US" dirty="0"/>
          </a:p>
        </p:txBody>
      </p:sp>
      <p:sp>
        <p:nvSpPr>
          <p:cNvPr id="3" name="コンテンツ プレースホルダー 2">
            <a:extLst>
              <a:ext uri="{FF2B5EF4-FFF2-40B4-BE49-F238E27FC236}">
                <a16:creationId xmlns:a16="http://schemas.microsoft.com/office/drawing/2014/main" id="{C2DF3589-00D8-12F5-BDC7-64C907BEA1C6}"/>
              </a:ext>
            </a:extLst>
          </p:cNvPr>
          <p:cNvSpPr>
            <a:spLocks noGrp="1"/>
          </p:cNvSpPr>
          <p:nvPr>
            <p:ph idx="1"/>
          </p:nvPr>
        </p:nvSpPr>
        <p:spPr/>
        <p:txBody>
          <a:bodyPr>
            <a:normAutofit/>
          </a:bodyPr>
          <a:lstStyle/>
          <a:p>
            <a:r>
              <a:rPr lang="ja-JP" altLang="en-US" sz="2400" dirty="0"/>
              <a:t>疑似的に障害を発生させ、動作を確認する</a:t>
            </a:r>
            <a:endParaRPr lang="en-US" altLang="ja-JP" sz="2400" dirty="0"/>
          </a:p>
          <a:p>
            <a:r>
              <a:rPr lang="ja-JP" altLang="en-US" sz="2400" dirty="0"/>
              <a:t>クライアント</a:t>
            </a:r>
            <a:r>
              <a:rPr lang="en-US" altLang="ja-JP" sz="2400" dirty="0"/>
              <a:t>PC</a:t>
            </a:r>
            <a:r>
              <a:rPr lang="ja-JP" altLang="en-US" sz="2400" dirty="0"/>
              <a:t>から拠点</a:t>
            </a:r>
            <a:r>
              <a:rPr lang="en-US" altLang="ja-JP" sz="2400" dirty="0"/>
              <a:t>2</a:t>
            </a:r>
            <a:r>
              <a:rPr lang="ja-JP" altLang="en-US" sz="2400" dirty="0"/>
              <a:t>のホスト </a:t>
            </a:r>
            <a:r>
              <a:rPr lang="en-US" altLang="ja-JP" sz="2400" dirty="0"/>
              <a:t>(10.2.10.1)</a:t>
            </a:r>
            <a:r>
              <a:rPr lang="ja-JP" altLang="en-US" sz="2400" dirty="0"/>
              <a:t>や拠点</a:t>
            </a:r>
            <a:r>
              <a:rPr lang="en-US" altLang="ja-JP" sz="2400" dirty="0"/>
              <a:t>3</a:t>
            </a:r>
            <a:r>
              <a:rPr lang="ja-JP" altLang="en-US" sz="2400" dirty="0"/>
              <a:t>のホスト </a:t>
            </a:r>
            <a:r>
              <a:rPr lang="en-US" altLang="ja-JP" sz="2400" dirty="0"/>
              <a:t>(10.3.10.1)</a:t>
            </a:r>
            <a:r>
              <a:rPr lang="ja-JP" altLang="en-US" sz="2400" dirty="0"/>
              <a:t>へ連続</a:t>
            </a:r>
            <a:r>
              <a:rPr lang="en-US" altLang="ja-JP" sz="2400" dirty="0"/>
              <a:t>Ping</a:t>
            </a:r>
            <a:r>
              <a:rPr lang="ja-JP" altLang="en-US" sz="2400" dirty="0"/>
              <a:t>を実行し、 </a:t>
            </a:r>
            <a:r>
              <a:rPr lang="ja-JP" altLang="en-US" sz="2400" b="1" dirty="0">
                <a:solidFill>
                  <a:srgbClr val="002060"/>
                </a:solidFill>
              </a:rPr>
              <a:t>⑥障害試験チェックシート</a:t>
            </a:r>
            <a:r>
              <a:rPr lang="ja-JP" altLang="en-US" sz="2400" dirty="0"/>
              <a:t>に基づいて、様々な場所で障害を発生させて動作を確認する</a:t>
            </a:r>
            <a:endParaRPr lang="en-US" altLang="ja-JP" sz="2400" dirty="0"/>
          </a:p>
          <a:p>
            <a:pPr lvl="1"/>
            <a:r>
              <a:rPr lang="ja-JP" altLang="en-US" dirty="0"/>
              <a:t>通信断時間</a:t>
            </a:r>
            <a:endParaRPr lang="en-US" altLang="ja-JP" dirty="0"/>
          </a:p>
          <a:p>
            <a:pPr lvl="2"/>
            <a:r>
              <a:rPr lang="ja-JP" altLang="en-US" dirty="0"/>
              <a:t>想定した時間</a:t>
            </a:r>
            <a:endParaRPr lang="en-US" altLang="ja-JP" dirty="0"/>
          </a:p>
          <a:p>
            <a:pPr lvl="2"/>
            <a:r>
              <a:rPr lang="ja-JP" altLang="en-US" dirty="0"/>
              <a:t>想定根拠</a:t>
            </a:r>
            <a:endParaRPr lang="en-US" altLang="ja-JP" dirty="0"/>
          </a:p>
          <a:p>
            <a:pPr lvl="2"/>
            <a:r>
              <a:rPr lang="ja-JP" altLang="en-US" dirty="0"/>
              <a:t>実際に障害を発生させた場合の通信断時間</a:t>
            </a:r>
            <a:endParaRPr lang="en-US" altLang="ja-JP" dirty="0"/>
          </a:p>
          <a:p>
            <a:pPr marL="457200" lvl="1" indent="0">
              <a:buNone/>
            </a:pPr>
            <a:br>
              <a:rPr lang="en-US" altLang="ja-JP" sz="2200" dirty="0"/>
            </a:br>
            <a:r>
              <a:rPr lang="en-US" altLang="ja-JP" sz="2200" dirty="0"/>
              <a:t>※</a:t>
            </a:r>
            <a:r>
              <a:rPr lang="ja-JP" altLang="en-US" sz="2200" dirty="0"/>
              <a:t>事前に全障害ケース（リンク、電源）ごとに想定される時間と実際に障害を発生させた場合の通信断をシートにまとめることが望ましい</a:t>
            </a:r>
            <a:endParaRPr lang="en-US" altLang="ja-JP" sz="2200" dirty="0"/>
          </a:p>
          <a:p>
            <a:pPr marL="457200" lvl="1" indent="0">
              <a:buNone/>
            </a:pPr>
            <a:r>
              <a:rPr lang="en-US" altLang="ja-JP" sz="2200" dirty="0"/>
              <a:t>※</a:t>
            </a:r>
            <a:r>
              <a:rPr lang="ja-JP" altLang="en-US" sz="2200" dirty="0"/>
              <a:t>実際に障害を発生させ確認後、断時間などを情報をシートにまとめる</a:t>
            </a:r>
            <a:endParaRPr lang="en-US" altLang="ja-JP" sz="2000" dirty="0"/>
          </a:p>
        </p:txBody>
      </p:sp>
      <p:sp>
        <p:nvSpPr>
          <p:cNvPr id="4" name="スライド番号プレースホルダー 3">
            <a:extLst>
              <a:ext uri="{FF2B5EF4-FFF2-40B4-BE49-F238E27FC236}">
                <a16:creationId xmlns:a16="http://schemas.microsoft.com/office/drawing/2014/main" id="{28E86BC5-F44D-AF91-5D59-4F3DD6C8A6EC}"/>
              </a:ext>
            </a:extLst>
          </p:cNvPr>
          <p:cNvSpPr>
            <a:spLocks noGrp="1"/>
          </p:cNvSpPr>
          <p:nvPr>
            <p:ph type="sldNum" sz="quarter" idx="10"/>
          </p:nvPr>
        </p:nvSpPr>
        <p:spPr/>
        <p:txBody>
          <a:bodyPr/>
          <a:lstStyle/>
          <a:p>
            <a:pPr>
              <a:defRPr/>
            </a:pPr>
            <a:fld id="{317FD5BC-56C6-4791-9AE8-E48ACCBD4B05}" type="slidenum">
              <a:rPr lang="ja-JP" altLang="en-US" smtClean="0"/>
              <a:pPr>
                <a:defRPr/>
              </a:pPr>
              <a:t>6</a:t>
            </a:fld>
            <a:endParaRPr lang="en-US" altLang="ja-JP" dirty="0"/>
          </a:p>
        </p:txBody>
      </p:sp>
    </p:spTree>
    <p:extLst>
      <p:ext uri="{BB962C8B-B14F-4D97-AF65-F5344CB8AC3E}">
        <p14:creationId xmlns:p14="http://schemas.microsoft.com/office/powerpoint/2010/main" val="4095471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B9EF29-8F19-73B3-2DF7-57952085B56E}"/>
              </a:ext>
            </a:extLst>
          </p:cNvPr>
          <p:cNvSpPr>
            <a:spLocks noGrp="1"/>
          </p:cNvSpPr>
          <p:nvPr>
            <p:ph type="title"/>
          </p:nvPr>
        </p:nvSpPr>
        <p:spPr/>
        <p:txBody>
          <a:bodyPr/>
          <a:lstStyle/>
          <a:p>
            <a:r>
              <a:rPr lang="ja-JP" altLang="en-US" dirty="0"/>
              <a:t>障害試験②</a:t>
            </a:r>
            <a:endParaRPr kumimoji="1" lang="ja-JP" altLang="en-US" dirty="0"/>
          </a:p>
        </p:txBody>
      </p:sp>
      <p:sp>
        <p:nvSpPr>
          <p:cNvPr id="3" name="コンテンツ プレースホルダー 2">
            <a:extLst>
              <a:ext uri="{FF2B5EF4-FFF2-40B4-BE49-F238E27FC236}">
                <a16:creationId xmlns:a16="http://schemas.microsoft.com/office/drawing/2014/main" id="{2085D436-EE4E-598A-BF4D-699145F62154}"/>
              </a:ext>
            </a:extLst>
          </p:cNvPr>
          <p:cNvSpPr>
            <a:spLocks noGrp="1"/>
          </p:cNvSpPr>
          <p:nvPr>
            <p:ph idx="1"/>
          </p:nvPr>
        </p:nvSpPr>
        <p:spPr/>
        <p:txBody>
          <a:bodyPr/>
          <a:lstStyle/>
          <a:p>
            <a:r>
              <a:rPr lang="ja-JP" altLang="en-US" sz="2400" dirty="0"/>
              <a:t>障害を復旧させ、切り戻り時に通信断が起きないかを以下の情報を計測する</a:t>
            </a:r>
            <a:endParaRPr lang="en-US" altLang="ja-JP" sz="2400" dirty="0"/>
          </a:p>
          <a:p>
            <a:pPr lvl="1"/>
            <a:r>
              <a:rPr lang="ja-JP" altLang="en-US" dirty="0"/>
              <a:t>通信断時間</a:t>
            </a:r>
            <a:endParaRPr lang="en-US" altLang="ja-JP" dirty="0"/>
          </a:p>
          <a:p>
            <a:pPr lvl="2"/>
            <a:r>
              <a:rPr lang="ja-JP" altLang="en-US" dirty="0"/>
              <a:t>想定した時間</a:t>
            </a:r>
            <a:endParaRPr lang="en-US" altLang="ja-JP" dirty="0"/>
          </a:p>
          <a:p>
            <a:pPr lvl="2"/>
            <a:r>
              <a:rPr lang="ja-JP" altLang="en-US" dirty="0"/>
              <a:t>想定根拠</a:t>
            </a:r>
            <a:endParaRPr lang="en-US" altLang="ja-JP" dirty="0"/>
          </a:p>
          <a:p>
            <a:pPr lvl="2"/>
            <a:r>
              <a:rPr lang="ja-JP" altLang="en-US" dirty="0"/>
              <a:t>実際に障害を発生させた場合の通信断時間</a:t>
            </a:r>
            <a:endParaRPr lang="en-US" altLang="ja-JP" dirty="0"/>
          </a:p>
          <a:p>
            <a:pPr marL="457200" lvl="1" indent="0">
              <a:buNone/>
            </a:pPr>
            <a:br>
              <a:rPr lang="en-US" altLang="ja-JP" sz="2200" dirty="0"/>
            </a:br>
            <a:endParaRPr lang="en-US" altLang="ja-JP" sz="1600" dirty="0"/>
          </a:p>
          <a:p>
            <a:pPr lvl="1"/>
            <a:endParaRPr lang="en-US" altLang="ja-JP" sz="2000" dirty="0"/>
          </a:p>
          <a:p>
            <a:endParaRPr kumimoji="1" lang="ja-JP" altLang="en-US" dirty="0"/>
          </a:p>
        </p:txBody>
      </p:sp>
      <p:sp>
        <p:nvSpPr>
          <p:cNvPr id="4" name="スライド番号プレースホルダー 3">
            <a:extLst>
              <a:ext uri="{FF2B5EF4-FFF2-40B4-BE49-F238E27FC236}">
                <a16:creationId xmlns:a16="http://schemas.microsoft.com/office/drawing/2014/main" id="{CA17E9F0-8091-45FE-6A16-F45C3C103053}"/>
              </a:ext>
            </a:extLst>
          </p:cNvPr>
          <p:cNvSpPr>
            <a:spLocks noGrp="1"/>
          </p:cNvSpPr>
          <p:nvPr>
            <p:ph type="sldNum" sz="quarter" idx="10"/>
          </p:nvPr>
        </p:nvSpPr>
        <p:spPr/>
        <p:txBody>
          <a:bodyPr/>
          <a:lstStyle/>
          <a:p>
            <a:pPr>
              <a:defRPr/>
            </a:pPr>
            <a:fld id="{317FD5BC-56C6-4791-9AE8-E48ACCBD4B05}" type="slidenum">
              <a:rPr lang="ja-JP" altLang="en-US" smtClean="0"/>
              <a:pPr>
                <a:defRPr/>
              </a:pPr>
              <a:t>7</a:t>
            </a:fld>
            <a:endParaRPr lang="en-US" altLang="ja-JP" dirty="0"/>
          </a:p>
        </p:txBody>
      </p:sp>
    </p:spTree>
    <p:extLst>
      <p:ext uri="{BB962C8B-B14F-4D97-AF65-F5344CB8AC3E}">
        <p14:creationId xmlns:p14="http://schemas.microsoft.com/office/powerpoint/2010/main" val="1661956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E6FF9-0DB6-98B7-735E-35A88EC07C3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647987-0E76-D34A-D9DE-B16423B58834}"/>
              </a:ext>
            </a:extLst>
          </p:cNvPr>
          <p:cNvSpPr>
            <a:spLocks noGrp="1"/>
          </p:cNvSpPr>
          <p:nvPr>
            <p:ph type="ctrTitle"/>
          </p:nvPr>
        </p:nvSpPr>
        <p:spPr/>
        <p:txBody>
          <a:bodyPr/>
          <a:lstStyle/>
          <a:p>
            <a:r>
              <a:rPr kumimoji="1" lang="ja-JP" altLang="en-US" dirty="0"/>
              <a:t>応用課題</a:t>
            </a:r>
          </a:p>
        </p:txBody>
      </p:sp>
    </p:spTree>
    <p:extLst>
      <p:ext uri="{BB962C8B-B14F-4D97-AF65-F5344CB8AC3E}">
        <p14:creationId xmlns:p14="http://schemas.microsoft.com/office/powerpoint/2010/main" val="2895403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294AC-F9AB-D637-2ED2-D4C153F970B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3112EBB-B149-6CC8-F882-C62174091AC4}"/>
              </a:ext>
            </a:extLst>
          </p:cNvPr>
          <p:cNvSpPr>
            <a:spLocks noGrp="1"/>
          </p:cNvSpPr>
          <p:nvPr>
            <p:ph type="title"/>
          </p:nvPr>
        </p:nvSpPr>
        <p:spPr/>
        <p:txBody>
          <a:bodyPr/>
          <a:lstStyle/>
          <a:p>
            <a:r>
              <a:rPr lang="ja-JP" altLang="en-US" dirty="0"/>
              <a:t>応用課題</a:t>
            </a:r>
            <a:endParaRPr kumimoji="1" lang="ja-JP" altLang="en-US" dirty="0"/>
          </a:p>
        </p:txBody>
      </p:sp>
      <p:sp>
        <p:nvSpPr>
          <p:cNvPr id="3" name="コンテンツ プレースホルダー 2">
            <a:extLst>
              <a:ext uri="{FF2B5EF4-FFF2-40B4-BE49-F238E27FC236}">
                <a16:creationId xmlns:a16="http://schemas.microsoft.com/office/drawing/2014/main" id="{D09F601C-539A-D2FF-3CDC-FF88F5AB0822}"/>
              </a:ext>
            </a:extLst>
          </p:cNvPr>
          <p:cNvSpPr>
            <a:spLocks noGrp="1"/>
          </p:cNvSpPr>
          <p:nvPr>
            <p:ph idx="1"/>
          </p:nvPr>
        </p:nvSpPr>
        <p:spPr/>
        <p:txBody>
          <a:bodyPr/>
          <a:lstStyle/>
          <a:p>
            <a:pPr marL="457200" indent="-457200">
              <a:buFont typeface="+mj-lt"/>
              <a:buAutoNum type="arabicPeriod"/>
            </a:pPr>
            <a:r>
              <a:rPr lang="en-US" altLang="ja-JP" sz="2400" dirty="0"/>
              <a:t>R1</a:t>
            </a:r>
            <a:r>
              <a:rPr lang="ja-JP" altLang="en-US" sz="2400" dirty="0"/>
              <a:t>と</a:t>
            </a:r>
            <a:r>
              <a:rPr lang="en-US" altLang="ja-JP" sz="2400" dirty="0"/>
              <a:t>DSW1</a:t>
            </a:r>
            <a:r>
              <a:rPr lang="ja-JP" altLang="en-US" sz="2400" dirty="0"/>
              <a:t>のパスワードが分からなくなってしまった想定で、パスワードリカバリーを実施してください</a:t>
            </a:r>
            <a:endParaRPr lang="en-US" altLang="ja-JP" sz="2400" dirty="0"/>
          </a:p>
          <a:p>
            <a:pPr marL="842962" lvl="1" indent="-457200"/>
            <a:r>
              <a:rPr lang="ja-JP" altLang="en-US" sz="2000" dirty="0"/>
              <a:t>実施後、正常に通信できることも確認する</a:t>
            </a:r>
            <a:endParaRPr lang="en-US" altLang="ja-JP" sz="2000" dirty="0"/>
          </a:p>
          <a:p>
            <a:pPr marL="842962" lvl="1" indent="-457200"/>
            <a:r>
              <a:rPr lang="ja-JP" altLang="en-US" sz="2000" dirty="0"/>
              <a:t>パスリカ実行前に、</a:t>
            </a:r>
            <a:r>
              <a:rPr lang="en-US" altLang="ja-JP" sz="2000" dirty="0"/>
              <a:t>config</a:t>
            </a:r>
            <a:r>
              <a:rPr lang="ja-JP" altLang="en-US" sz="2000" dirty="0"/>
              <a:t>のコピーを取っておくことを推奨</a:t>
            </a:r>
            <a:endParaRPr lang="en-US" altLang="ja-JP" sz="2000" dirty="0"/>
          </a:p>
          <a:p>
            <a:pPr marL="457200" indent="-457200">
              <a:buFont typeface="+mj-lt"/>
              <a:buAutoNum type="arabicPeriod"/>
            </a:pPr>
            <a:endParaRPr kumimoji="1" lang="en-US" altLang="ja-JP" sz="2400" dirty="0"/>
          </a:p>
          <a:p>
            <a:pPr marL="457200" indent="-457200">
              <a:buFont typeface="+mj-lt"/>
              <a:buAutoNum type="arabicPeriod"/>
            </a:pPr>
            <a:r>
              <a:rPr lang="ja-JP" altLang="en-US" sz="2400" dirty="0"/>
              <a:t>正常時、</a:t>
            </a:r>
            <a:r>
              <a:rPr lang="en-US" altLang="ja-JP" sz="2400" dirty="0"/>
              <a:t>IP-VPN</a:t>
            </a:r>
            <a:r>
              <a:rPr lang="ja-JP" altLang="en-US" sz="2400" dirty="0"/>
              <a:t>を実装している</a:t>
            </a:r>
            <a:r>
              <a:rPr lang="en-US" altLang="ja-JP" sz="2400" dirty="0"/>
              <a:t>L3SW</a:t>
            </a:r>
            <a:r>
              <a:rPr lang="ja-JP" altLang="en-US" sz="2400" dirty="0"/>
              <a:t>へ</a:t>
            </a:r>
            <a:r>
              <a:rPr lang="en-US" altLang="ja-JP" sz="2400" dirty="0"/>
              <a:t>telnet</a:t>
            </a:r>
            <a:r>
              <a:rPr lang="ja-JP" altLang="en-US" sz="2400" dirty="0"/>
              <a:t>し、</a:t>
            </a:r>
            <a:r>
              <a:rPr lang="en-US" altLang="ja-JP" sz="2400" dirty="0"/>
              <a:t>IP-VPN</a:t>
            </a:r>
            <a:r>
              <a:rPr lang="ja-JP" altLang="en-US" sz="2400" dirty="0"/>
              <a:t>側から</a:t>
            </a:r>
            <a:r>
              <a:rPr lang="en-US" altLang="ja-JP" sz="2400" dirty="0"/>
              <a:t>PC</a:t>
            </a:r>
            <a:r>
              <a:rPr lang="ja-JP" altLang="en-US" sz="2400" dirty="0"/>
              <a:t>への</a:t>
            </a:r>
            <a:r>
              <a:rPr lang="en-US" altLang="ja-JP" sz="2400" dirty="0"/>
              <a:t>traceroute</a:t>
            </a:r>
            <a:r>
              <a:rPr lang="ja-JP" altLang="en-US" sz="2400" dirty="0"/>
              <a:t>を成功させてください</a:t>
            </a:r>
            <a:endParaRPr lang="en-US" altLang="ja-JP" sz="2400" dirty="0"/>
          </a:p>
          <a:p>
            <a:pPr marL="842962" lvl="1" indent="-457200"/>
            <a:r>
              <a:rPr kumimoji="1" lang="ja-JP" altLang="en-US" sz="2000" dirty="0"/>
              <a:t>成功させるために何が必要かを考え、機器の設定を変更してよい</a:t>
            </a:r>
            <a:endParaRPr kumimoji="1" lang="en-US" altLang="ja-JP" sz="2000" dirty="0"/>
          </a:p>
          <a:p>
            <a:pPr marL="842962" lvl="1" indent="-457200"/>
            <a:r>
              <a:rPr lang="en-US" altLang="ja-JP" sz="2000" dirty="0"/>
              <a:t>PC</a:t>
            </a:r>
            <a:r>
              <a:rPr lang="ja-JP" altLang="en-US" sz="2000" dirty="0"/>
              <a:t>の</a:t>
            </a:r>
            <a:r>
              <a:rPr lang="en-US" altLang="ja-JP" sz="2000" dirty="0"/>
              <a:t>Windows Firewall</a:t>
            </a:r>
            <a:r>
              <a:rPr lang="ja-JP" altLang="en-US" sz="2000" dirty="0"/>
              <a:t>を無効にしてもよい</a:t>
            </a:r>
            <a:endParaRPr kumimoji="1" lang="en-US" altLang="ja-JP" sz="2000" dirty="0"/>
          </a:p>
          <a:p>
            <a:pPr marL="457200" indent="-457200">
              <a:buFont typeface="+mj-lt"/>
              <a:buAutoNum type="arabicPeriod"/>
            </a:pPr>
            <a:endParaRPr kumimoji="1" lang="en-US" altLang="ja-JP" sz="2400" dirty="0"/>
          </a:p>
          <a:p>
            <a:pPr marL="457200" indent="-457200">
              <a:buFont typeface="+mj-lt"/>
              <a:buAutoNum type="arabicPeriod"/>
            </a:pPr>
            <a:r>
              <a:rPr lang="en-US" altLang="ja-JP" sz="2400" dirty="0"/>
              <a:t>R1</a:t>
            </a:r>
            <a:r>
              <a:rPr lang="ja-JP" altLang="en-US" sz="2400" dirty="0"/>
              <a:t>の</a:t>
            </a:r>
            <a:r>
              <a:rPr lang="en-US" altLang="ja-JP" sz="2400" dirty="0"/>
              <a:t>Gi0/0</a:t>
            </a:r>
            <a:r>
              <a:rPr lang="ja-JP" altLang="en-US" sz="2400" dirty="0"/>
              <a:t>（</a:t>
            </a:r>
            <a:r>
              <a:rPr lang="en-US" altLang="ja-JP" sz="2400" dirty="0"/>
              <a:t>CSW1</a:t>
            </a:r>
            <a:r>
              <a:rPr lang="ja-JP" altLang="en-US" sz="2400" dirty="0"/>
              <a:t>とのリンク）を</a:t>
            </a:r>
            <a:r>
              <a:rPr lang="en-US" altLang="ja-JP" sz="2400" dirty="0"/>
              <a:t>Down</a:t>
            </a:r>
            <a:r>
              <a:rPr lang="ja-JP" altLang="en-US" sz="2400" dirty="0"/>
              <a:t>させた時、他拠点宛の通信が自動的に復旧するようにしてください</a:t>
            </a:r>
            <a:endParaRPr lang="en-US" altLang="ja-JP" sz="2400" dirty="0"/>
          </a:p>
          <a:p>
            <a:pPr marL="842962" lvl="1" indent="-457200"/>
            <a:r>
              <a:rPr kumimoji="1" lang="ja-JP" altLang="en-US" sz="2000" dirty="0"/>
              <a:t>成功させるために何が必要かを考え、機器の設定を変更してよい</a:t>
            </a:r>
          </a:p>
        </p:txBody>
      </p:sp>
      <p:sp>
        <p:nvSpPr>
          <p:cNvPr id="4" name="スライド番号プレースホルダー 3">
            <a:extLst>
              <a:ext uri="{FF2B5EF4-FFF2-40B4-BE49-F238E27FC236}">
                <a16:creationId xmlns:a16="http://schemas.microsoft.com/office/drawing/2014/main" id="{BBB5A217-C784-90BA-271F-37BEAD147F2A}"/>
              </a:ext>
            </a:extLst>
          </p:cNvPr>
          <p:cNvSpPr>
            <a:spLocks noGrp="1"/>
          </p:cNvSpPr>
          <p:nvPr>
            <p:ph type="sldNum" sz="quarter" idx="10"/>
          </p:nvPr>
        </p:nvSpPr>
        <p:spPr/>
        <p:txBody>
          <a:bodyPr/>
          <a:lstStyle/>
          <a:p>
            <a:pPr>
              <a:defRPr/>
            </a:pPr>
            <a:fld id="{317FD5BC-56C6-4791-9AE8-E48ACCBD4B05}" type="slidenum">
              <a:rPr lang="ja-JP" altLang="en-US" smtClean="0"/>
              <a:pPr>
                <a:defRPr/>
              </a:pPr>
              <a:t>9</a:t>
            </a:fld>
            <a:endParaRPr lang="en-US" altLang="ja-JP" dirty="0"/>
          </a:p>
        </p:txBody>
      </p:sp>
    </p:spTree>
    <p:extLst>
      <p:ext uri="{BB962C8B-B14F-4D97-AF65-F5344CB8AC3E}">
        <p14:creationId xmlns:p14="http://schemas.microsoft.com/office/powerpoint/2010/main" val="788579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35B19-F738-763B-3DA4-7475C426E1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92F5FAA-E14E-3110-D64C-E8B773D15F27}"/>
              </a:ext>
            </a:extLst>
          </p:cNvPr>
          <p:cNvSpPr>
            <a:spLocks noGrp="1"/>
          </p:cNvSpPr>
          <p:nvPr>
            <p:ph type="title"/>
          </p:nvPr>
        </p:nvSpPr>
        <p:spPr/>
        <p:txBody>
          <a:bodyPr/>
          <a:lstStyle/>
          <a:p>
            <a:r>
              <a:rPr lang="ja-JP" altLang="en-US" dirty="0"/>
              <a:t>応用課題</a:t>
            </a:r>
            <a:endParaRPr kumimoji="1" lang="ja-JP" altLang="en-US" dirty="0"/>
          </a:p>
        </p:txBody>
      </p:sp>
      <p:sp>
        <p:nvSpPr>
          <p:cNvPr id="3" name="コンテンツ プレースホルダー 2">
            <a:extLst>
              <a:ext uri="{FF2B5EF4-FFF2-40B4-BE49-F238E27FC236}">
                <a16:creationId xmlns:a16="http://schemas.microsoft.com/office/drawing/2014/main" id="{BC6181D5-0D4E-DBC0-A482-8FFAC593B3BF}"/>
              </a:ext>
            </a:extLst>
          </p:cNvPr>
          <p:cNvSpPr>
            <a:spLocks noGrp="1"/>
          </p:cNvSpPr>
          <p:nvPr>
            <p:ph idx="1"/>
          </p:nvPr>
        </p:nvSpPr>
        <p:spPr/>
        <p:txBody>
          <a:bodyPr/>
          <a:lstStyle/>
          <a:p>
            <a:pPr marL="457200" indent="-457200">
              <a:buFont typeface="+mj-lt"/>
              <a:buAutoNum type="arabicPeriod" startAt="4"/>
            </a:pPr>
            <a:r>
              <a:rPr lang="en-US" altLang="ja-JP" sz="2400" dirty="0"/>
              <a:t>DSW1</a:t>
            </a:r>
            <a:r>
              <a:rPr lang="ja-JP" altLang="en-US" sz="2400" dirty="0"/>
              <a:t>の</a:t>
            </a:r>
            <a:r>
              <a:rPr lang="en-US" altLang="ja-JP" sz="2400" dirty="0"/>
              <a:t>Po1</a:t>
            </a:r>
            <a:r>
              <a:rPr lang="ja-JP" altLang="en-US" sz="2400" dirty="0"/>
              <a:t>を</a:t>
            </a:r>
            <a:r>
              <a:rPr lang="en-US" altLang="ja-JP" sz="2400" dirty="0"/>
              <a:t>Down</a:t>
            </a:r>
            <a:r>
              <a:rPr lang="ja-JP" altLang="en-US" sz="2400" dirty="0"/>
              <a:t>させた時の復旧時間を短縮するため、</a:t>
            </a:r>
            <a:r>
              <a:rPr lang="en-US" altLang="ja-JP" sz="2400" dirty="0"/>
              <a:t>OSPF</a:t>
            </a:r>
            <a:r>
              <a:rPr lang="ja-JP" altLang="en-US" sz="2400" dirty="0"/>
              <a:t>の</a:t>
            </a:r>
            <a:r>
              <a:rPr lang="en-US" altLang="ja-JP" sz="2400" dirty="0"/>
              <a:t>SPF delay</a:t>
            </a:r>
            <a:r>
              <a:rPr lang="ja-JP" altLang="en-US" sz="2400" dirty="0"/>
              <a:t>（スロットルタイマー）を調整してください</a:t>
            </a:r>
            <a:endParaRPr lang="en-US" altLang="ja-JP" sz="2400" dirty="0"/>
          </a:p>
          <a:p>
            <a:pPr marL="457200" indent="-457200">
              <a:buFont typeface="+mj-lt"/>
              <a:buAutoNum type="arabicPeriod" startAt="4"/>
            </a:pPr>
            <a:endParaRPr kumimoji="1" lang="en-US" altLang="ja-JP" sz="2400" dirty="0"/>
          </a:p>
          <a:p>
            <a:pPr marL="457200" indent="-457200">
              <a:buFont typeface="+mj-lt"/>
              <a:buAutoNum type="arabicPeriod" startAt="4"/>
            </a:pPr>
            <a:r>
              <a:rPr lang="en-US" altLang="ja-JP" sz="2400" dirty="0"/>
              <a:t>DSW1</a:t>
            </a:r>
            <a:r>
              <a:rPr lang="ja-JP" altLang="en-US" sz="2400" dirty="0"/>
              <a:t>を再起動した時の復旧時間を短縮するため、</a:t>
            </a:r>
            <a:r>
              <a:rPr lang="en-US" altLang="ja-JP" sz="2400" dirty="0"/>
              <a:t>HSRP</a:t>
            </a:r>
            <a:r>
              <a:rPr lang="ja-JP" altLang="en-US" sz="2400" dirty="0"/>
              <a:t>の</a:t>
            </a:r>
            <a:r>
              <a:rPr lang="en-US" altLang="ja-JP" sz="2400" dirty="0"/>
              <a:t>preempt delay</a:t>
            </a:r>
            <a:r>
              <a:rPr lang="ja-JP" altLang="en-US" sz="2400" dirty="0"/>
              <a:t>を調整してください</a:t>
            </a:r>
            <a:endParaRPr lang="en-US" altLang="ja-JP" sz="2400" dirty="0"/>
          </a:p>
          <a:p>
            <a:pPr marL="457200" indent="-457200">
              <a:buFont typeface="+mj-lt"/>
              <a:buAutoNum type="arabicPeriod" startAt="4"/>
            </a:pPr>
            <a:endParaRPr kumimoji="1" lang="en-US" altLang="ja-JP" sz="2400" dirty="0"/>
          </a:p>
        </p:txBody>
      </p:sp>
      <p:sp>
        <p:nvSpPr>
          <p:cNvPr id="4" name="スライド番号プレースホルダー 3">
            <a:extLst>
              <a:ext uri="{FF2B5EF4-FFF2-40B4-BE49-F238E27FC236}">
                <a16:creationId xmlns:a16="http://schemas.microsoft.com/office/drawing/2014/main" id="{43FBB293-D32E-9C43-697B-648D1E7ABF47}"/>
              </a:ext>
            </a:extLst>
          </p:cNvPr>
          <p:cNvSpPr>
            <a:spLocks noGrp="1"/>
          </p:cNvSpPr>
          <p:nvPr>
            <p:ph type="sldNum" sz="quarter" idx="10"/>
          </p:nvPr>
        </p:nvSpPr>
        <p:spPr/>
        <p:txBody>
          <a:bodyPr/>
          <a:lstStyle/>
          <a:p>
            <a:pPr>
              <a:defRPr/>
            </a:pPr>
            <a:fld id="{317FD5BC-56C6-4791-9AE8-E48ACCBD4B05}" type="slidenum">
              <a:rPr lang="ja-JP" altLang="en-US" smtClean="0"/>
              <a:pPr>
                <a:defRPr/>
              </a:pPr>
              <a:t>10</a:t>
            </a:fld>
            <a:endParaRPr lang="en-US" altLang="ja-JP" dirty="0"/>
          </a:p>
        </p:txBody>
      </p:sp>
    </p:spTree>
    <p:extLst>
      <p:ext uri="{BB962C8B-B14F-4D97-AF65-F5344CB8AC3E}">
        <p14:creationId xmlns:p14="http://schemas.microsoft.com/office/powerpoint/2010/main" val="3295653618"/>
      </p:ext>
    </p:extLst>
  </p:cSld>
  <p:clrMapOvr>
    <a:masterClrMapping/>
  </p:clrMapOvr>
</p:sld>
</file>

<file path=ppt/theme/theme1.xml><?xml version="1.0" encoding="utf-8"?>
<a:theme xmlns:a="http://schemas.openxmlformats.org/drawingml/2006/main" name="Tranocate">
  <a:themeElements>
    <a:clrScheme name="Tranocate">
      <a:dk1>
        <a:sysClr val="windowText" lastClr="000000"/>
      </a:dk1>
      <a:lt1>
        <a:sysClr val="window" lastClr="FFFFFF"/>
      </a:lt1>
      <a:dk2>
        <a:srgbClr val="8E9091"/>
      </a:dk2>
      <a:lt2>
        <a:srgbClr val="E7E6E6"/>
      </a:lt2>
      <a:accent1>
        <a:srgbClr val="E94B22"/>
      </a:accent1>
      <a:accent2>
        <a:srgbClr val="5B9BD5"/>
      </a:accent2>
      <a:accent3>
        <a:srgbClr val="77777A"/>
      </a:accent3>
      <a:accent4>
        <a:srgbClr val="FFC000"/>
      </a:accent4>
      <a:accent5>
        <a:srgbClr val="4472C4"/>
      </a:accent5>
      <a:accent6>
        <a:srgbClr val="70AD47"/>
      </a:accent6>
      <a:hlink>
        <a:srgbClr val="0563C1"/>
      </a:hlink>
      <a:folHlink>
        <a:srgbClr val="954F72"/>
      </a:folHlink>
    </a:clrScheme>
    <a:fontScheme name="メイリオ">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2700">
          <a:solidFill>
            <a:srgbClr val="77777A"/>
          </a:solid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kumimoji="1" dirty="0" smtClean="0">
            <a:solidFill>
              <a:schemeClr val="tx1"/>
            </a:solidFill>
            <a:latin typeface="Meiryo UI" panose="020B0604030504040204" pitchFamily="50" charset="-128"/>
            <a:ea typeface="Meiryo UI"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accent3"/>
          </a:solidFill>
          <a:headEnd type="none" w="med" len="med"/>
          <a:tailEnd type="none"/>
        </a:ln>
      </a:spPr>
      <a:bodyPr/>
      <a:lstStyle/>
      <a:style>
        <a:lnRef idx="3">
          <a:schemeClr val="accent1"/>
        </a:lnRef>
        <a:fillRef idx="0">
          <a:schemeClr val="accent1"/>
        </a:fillRef>
        <a:effectRef idx="2">
          <a:schemeClr val="accent1"/>
        </a:effectRef>
        <a:fontRef idx="minor">
          <a:schemeClr val="tx1"/>
        </a:fontRef>
      </a:style>
    </a:lnDef>
    <a:txDef>
      <a:spPr>
        <a:noFill/>
      </a:spPr>
      <a:bodyPr wrap="square" rtlCol="0">
        <a:spAutoFit/>
      </a:bodyPr>
      <a:lstStyle>
        <a:defPPr>
          <a:defRPr kumimoji="1" dirty="0" err="1" smtClean="0">
            <a:latin typeface="Meiryo UI" panose="020B0604030504040204" pitchFamily="50" charset="-128"/>
            <a:ea typeface="Meiryo UI" panose="020B0604030504040204"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c4ba164-a089-4595-b4e2-6646eada4d48">
      <Terms xmlns="http://schemas.microsoft.com/office/infopath/2007/PartnerControls"/>
    </lcf76f155ced4ddcb4097134ff3c332f>
    <TaxCatchAll xmlns="2dcf463b-faa6-4b3c-9b9c-340f58fa517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52B01ABB91EE3D41940619B59B4B4A2D" ma:contentTypeVersion="10" ma:contentTypeDescription="新しいドキュメントを作成します。" ma:contentTypeScope="" ma:versionID="57495f5198cc8219c1bfc11146b2b0d1">
  <xsd:schema xmlns:xsd="http://www.w3.org/2001/XMLSchema" xmlns:xs="http://www.w3.org/2001/XMLSchema" xmlns:p="http://schemas.microsoft.com/office/2006/metadata/properties" xmlns:ns2="4c4ba164-a089-4595-b4e2-6646eada4d48" xmlns:ns3="2dcf463b-faa6-4b3c-9b9c-340f58fa5170" targetNamespace="http://schemas.microsoft.com/office/2006/metadata/properties" ma:root="true" ma:fieldsID="d4740f95305af352ff26ff75f8b1645e" ns2:_="" ns3:_="">
    <xsd:import namespace="4c4ba164-a089-4595-b4e2-6646eada4d48"/>
    <xsd:import namespace="2dcf463b-faa6-4b3c-9b9c-340f58fa517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4ba164-a089-4595-b4e2-6646eada4d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62f84205-ea7f-471c-b738-b9083834410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dcf463b-faa6-4b3c-9b9c-340f58fa5170"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TaxCatchAll" ma:index="14" nillable="true" ma:displayName="Taxonomy Catch All Column" ma:hidden="true" ma:list="{e68eed8c-f6f6-48de-95a2-aa57874d27c3}" ma:internalName="TaxCatchAll" ma:showField="CatchAllData" ma:web="2dcf463b-faa6-4b3c-9b9c-340f58fa51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2925A8-FF0C-49F1-9E82-FEE27F37357B}">
  <ds:schemaRefs>
    <ds:schemaRef ds:uri="0B5D04A9-6E12-4381-8D01-02D5A729FCAA"/>
    <ds:schemaRef ds:uri="004417df-9fd2-4ae7-8652-2e1db1d74be8"/>
    <ds:schemaRef ds:uri="http://purl.org/dc/terms/"/>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0b5d04a9-6e12-4381-8d01-02d5a729fcaa"/>
    <ds:schemaRef ds:uri="http://www.w3.org/XML/1998/namespace"/>
    <ds:schemaRef ds:uri="http://purl.org/dc/dcmitype/"/>
    <ds:schemaRef ds:uri="4c4ba164-a089-4595-b4e2-6646eada4d48"/>
    <ds:schemaRef ds:uri="2dcf463b-faa6-4b3c-9b9c-340f58fa5170"/>
  </ds:schemaRefs>
</ds:datastoreItem>
</file>

<file path=customXml/itemProps2.xml><?xml version="1.0" encoding="utf-8"?>
<ds:datastoreItem xmlns:ds="http://schemas.openxmlformats.org/officeDocument/2006/customXml" ds:itemID="{C623ACC6-E4E5-4093-8523-B8BC66668F88}">
  <ds:schemaRefs>
    <ds:schemaRef ds:uri="http://schemas.microsoft.com/sharepoint/v3/contenttype/forms"/>
  </ds:schemaRefs>
</ds:datastoreItem>
</file>

<file path=customXml/itemProps3.xml><?xml version="1.0" encoding="utf-8"?>
<ds:datastoreItem xmlns:ds="http://schemas.openxmlformats.org/officeDocument/2006/customXml" ds:itemID="{E09FD8A3-805A-4B8A-A0A3-8FDBBEDFC7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4ba164-a089-4595-b4e2-6646eada4d48"/>
    <ds:schemaRef ds:uri="2dcf463b-faa6-4b3c-9b9c-340f58fa51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539</Words>
  <Application>Microsoft Office PowerPoint</Application>
  <PresentationFormat>画面に合わせる (4:3)</PresentationFormat>
  <Paragraphs>71</Paragraphs>
  <Slides>10</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10</vt:i4>
      </vt:variant>
    </vt:vector>
  </HeadingPairs>
  <TitlesOfParts>
    <vt:vector size="17" baseType="lpstr">
      <vt:lpstr>HGPｺﾞｼｯｸE</vt:lpstr>
      <vt:lpstr>Meiryo UI</vt:lpstr>
      <vt:lpstr>メイリオ</vt:lpstr>
      <vt:lpstr>游ゴシック</vt:lpstr>
      <vt:lpstr>Arial</vt:lpstr>
      <vt:lpstr>Wingdings</vt:lpstr>
      <vt:lpstr>Tranocate</vt:lpstr>
      <vt:lpstr>⑤試験項目の実施</vt:lpstr>
      <vt:lpstr>ここまでの正常性確認</vt:lpstr>
      <vt:lpstr>正常性確認①</vt:lpstr>
      <vt:lpstr>正常性確認②</vt:lpstr>
      <vt:lpstr>障害試験</vt:lpstr>
      <vt:lpstr>障害試験①</vt:lpstr>
      <vt:lpstr>障害試験②</vt:lpstr>
      <vt:lpstr>応用課題</vt:lpstr>
      <vt:lpstr>応用課題</vt:lpstr>
      <vt:lpstr>応用課題</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TRAINOCATE_テンプレート_提案書用_v1-1</dc:title>
  <dc:creator/>
  <cp:lastModifiedBy/>
  <cp:revision>1</cp:revision>
  <dcterms:created xsi:type="dcterms:W3CDTF">2017-05-26T09:30:54Z</dcterms:created>
  <dcterms:modified xsi:type="dcterms:W3CDTF">2026-07-24T00:10:07Z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def32fc8-4688-4146-8b86-1b47ab468ac3</vt:lpwstr>
  </property>
  <property fmtid="{D5CDD505-2E9C-101B-9397-08002B2CF9AE}" pid="3" name="ContentTypeId">
    <vt:lpwstr>0x01010052B01ABB91EE3D41940619B59B4B4A2D</vt:lpwstr>
  </property>
</Properties>
</file>