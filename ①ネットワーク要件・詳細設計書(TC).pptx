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61"/>
  </p:notesMasterIdLst>
  <p:handoutMasterIdLst>
    <p:handoutMasterId r:id="rId62"/>
  </p:handoutMasterIdLst>
  <p:sldIdLst>
    <p:sldId id="951" r:id="rId5"/>
    <p:sldId id="993" r:id="rId6"/>
    <p:sldId id="954" r:id="rId7"/>
    <p:sldId id="955" r:id="rId8"/>
    <p:sldId id="956" r:id="rId9"/>
    <p:sldId id="957" r:id="rId10"/>
    <p:sldId id="984" r:id="rId11"/>
    <p:sldId id="958" r:id="rId12"/>
    <p:sldId id="960" r:id="rId13"/>
    <p:sldId id="892" r:id="rId14"/>
    <p:sldId id="806" r:id="rId15"/>
    <p:sldId id="807" r:id="rId16"/>
    <p:sldId id="808" r:id="rId17"/>
    <p:sldId id="809" r:id="rId18"/>
    <p:sldId id="810" r:id="rId19"/>
    <p:sldId id="811" r:id="rId20"/>
    <p:sldId id="894" r:id="rId21"/>
    <p:sldId id="962" r:id="rId22"/>
    <p:sldId id="994" r:id="rId23"/>
    <p:sldId id="963" r:id="rId24"/>
    <p:sldId id="964" r:id="rId25"/>
    <p:sldId id="965" r:id="rId26"/>
    <p:sldId id="966" r:id="rId27"/>
    <p:sldId id="967" r:id="rId28"/>
    <p:sldId id="968" r:id="rId29"/>
    <p:sldId id="969" r:id="rId30"/>
    <p:sldId id="995" r:id="rId31"/>
    <p:sldId id="970" r:id="rId32"/>
    <p:sldId id="971" r:id="rId33"/>
    <p:sldId id="972" r:id="rId34"/>
    <p:sldId id="973" r:id="rId35"/>
    <p:sldId id="974" r:id="rId36"/>
    <p:sldId id="975" r:id="rId37"/>
    <p:sldId id="976" r:id="rId38"/>
    <p:sldId id="977" r:id="rId39"/>
    <p:sldId id="1002" r:id="rId40"/>
    <p:sldId id="996" r:id="rId41"/>
    <p:sldId id="978" r:id="rId42"/>
    <p:sldId id="985" r:id="rId43"/>
    <p:sldId id="986" r:id="rId44"/>
    <p:sldId id="997" r:id="rId45"/>
    <p:sldId id="979" r:id="rId46"/>
    <p:sldId id="998" r:id="rId47"/>
    <p:sldId id="987" r:id="rId48"/>
    <p:sldId id="988" r:id="rId49"/>
    <p:sldId id="999" r:id="rId50"/>
    <p:sldId id="980" r:id="rId51"/>
    <p:sldId id="989" r:id="rId52"/>
    <p:sldId id="990" r:id="rId53"/>
    <p:sldId id="1000" r:id="rId54"/>
    <p:sldId id="981" r:id="rId55"/>
    <p:sldId id="991" r:id="rId56"/>
    <p:sldId id="982" r:id="rId57"/>
    <p:sldId id="992" r:id="rId58"/>
    <p:sldId id="1001" r:id="rId59"/>
    <p:sldId id="983" r:id="rId60"/>
  </p:sldIdLst>
  <p:sldSz cx="9144000" cy="6858000" type="screen4x3"/>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D0CC"/>
    <a:srgbClr val="9C5107"/>
    <a:srgbClr val="E94B22"/>
    <a:srgbClr val="231815"/>
    <a:srgbClr val="77777A"/>
    <a:srgbClr val="8E90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50C5C9-CA88-41E7-BED2-6C56F82B36CE}" v="7" dt="2025-07-23T04:13:36.35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9400" autoAdjust="0"/>
  </p:normalViewPr>
  <p:slideViewPr>
    <p:cSldViewPr snapToGrid="0" showGuides="1">
      <p:cViewPr varScale="1">
        <p:scale>
          <a:sx n="47" d="100"/>
          <a:sy n="47" d="100"/>
        </p:scale>
        <p:origin x="948" y="26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47" d="100"/>
          <a:sy n="47" d="100"/>
        </p:scale>
        <p:origin x="2792"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0" y="9440647"/>
            <a:ext cx="3152633" cy="372093"/>
          </a:xfrm>
          <a:prstGeom prst="rect">
            <a:avLst/>
          </a:prstGeom>
        </p:spPr>
        <p:txBody>
          <a:bodyPr vert="horz" lIns="91440" tIns="45720" rIns="91440" bIns="45720" rtlCol="0" anchor="b"/>
          <a:lstStyle>
            <a:lvl1pPr algn="l">
              <a:defRPr sz="1200"/>
            </a:lvl1pPr>
          </a:lstStyle>
          <a:p>
            <a:r>
              <a:rPr kumimoji="1" lang="en-US" altLang="ja-JP"/>
              <a:t>Trainocate Japan, Ltd. All rights reserved.</a:t>
            </a:r>
            <a:endParaRPr kumimoji="1" lang="ja-JP" altLang="en-US"/>
          </a:p>
        </p:txBody>
      </p:sp>
      <p:sp>
        <p:nvSpPr>
          <p:cNvPr id="5" name="スライド番号プレースホルダー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0303E3F4-D6C1-42CE-B7F2-9A265D85E682}" type="slidenum">
              <a:rPr kumimoji="1" lang="ja-JP" altLang="en-US" smtClean="0"/>
              <a:t>‹#›</a:t>
            </a:fld>
            <a:endParaRPr kumimoji="1" lang="ja-JP" altLang="en-US"/>
          </a:p>
        </p:txBody>
      </p:sp>
    </p:spTree>
    <p:extLst>
      <p:ext uri="{BB962C8B-B14F-4D97-AF65-F5344CB8AC3E}">
        <p14:creationId xmlns:p14="http://schemas.microsoft.com/office/powerpoint/2010/main" val="20455610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B53AD7F6-9964-4DAA-8A54-CC9BAF578782}" type="datetimeFigureOut">
              <a:rPr kumimoji="1" lang="ja-JP" altLang="en-US" smtClean="0"/>
              <a:t>2025/7/25</a:t>
            </a:fld>
            <a:endParaRPr kumimoji="1" lang="ja-JP" altLang="en-US"/>
          </a:p>
        </p:txBody>
      </p:sp>
      <p:sp>
        <p:nvSpPr>
          <p:cNvPr id="4" name="スライド イメージ プレースホルダー 3"/>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000">
                <a:latin typeface="メイリオ" panose="020B0604030504040204" pitchFamily="50" charset="-128"/>
                <a:ea typeface="メイリオ" panose="020B0604030504040204" pitchFamily="50" charset="-128"/>
              </a:defRPr>
            </a:lvl1pPr>
          </a:lstStyle>
          <a:p>
            <a:r>
              <a:rPr kumimoji="1" lang="en-US" altLang="ja-JP" dirty="0" err="1"/>
              <a:t>Trainocate</a:t>
            </a:r>
            <a:r>
              <a:rPr kumimoji="1" lang="en-US" altLang="ja-JP" dirty="0"/>
              <a:t> Japan, Ltd. All rights reserved.</a:t>
            </a:r>
            <a:endParaRPr kumimoji="1" lang="ja-JP" altLang="en-US" dirty="0"/>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000">
                <a:latin typeface="メイリオ" panose="020B0604030504040204" pitchFamily="50" charset="-128"/>
                <a:ea typeface="メイリオ" panose="020B0604030504040204" pitchFamily="50" charset="-128"/>
              </a:defRPr>
            </a:lvl1pPr>
          </a:lstStyle>
          <a:p>
            <a:fld id="{D6F91337-1A71-41A4-B53C-8475F782A3F7}" type="slidenum">
              <a:rPr kumimoji="1" lang="ja-JP" altLang="en-US" smtClean="0"/>
              <a:pPr/>
              <a:t>‹#›</a:t>
            </a:fld>
            <a:endParaRPr kumimoji="1" lang="ja-JP" altLang="en-US" dirty="0"/>
          </a:p>
        </p:txBody>
      </p:sp>
    </p:spTree>
    <p:extLst>
      <p:ext uri="{BB962C8B-B14F-4D97-AF65-F5344CB8AC3E}">
        <p14:creationId xmlns:p14="http://schemas.microsoft.com/office/powerpoint/2010/main" val="68530274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11</a:t>
            </a:fld>
            <a:endParaRPr lang="en-US" altLang="ja-JP"/>
          </a:p>
        </p:txBody>
      </p:sp>
    </p:spTree>
    <p:extLst>
      <p:ext uri="{BB962C8B-B14F-4D97-AF65-F5344CB8AC3E}">
        <p14:creationId xmlns:p14="http://schemas.microsoft.com/office/powerpoint/2010/main" val="59185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12</a:t>
            </a:fld>
            <a:endParaRPr lang="en-US" altLang="ja-JP"/>
          </a:p>
        </p:txBody>
      </p:sp>
    </p:spTree>
    <p:extLst>
      <p:ext uri="{BB962C8B-B14F-4D97-AF65-F5344CB8AC3E}">
        <p14:creationId xmlns:p14="http://schemas.microsoft.com/office/powerpoint/2010/main" val="591858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13</a:t>
            </a:fld>
            <a:endParaRPr lang="en-US" altLang="ja-JP"/>
          </a:p>
        </p:txBody>
      </p:sp>
    </p:spTree>
    <p:extLst>
      <p:ext uri="{BB962C8B-B14F-4D97-AF65-F5344CB8AC3E}">
        <p14:creationId xmlns:p14="http://schemas.microsoft.com/office/powerpoint/2010/main" val="591858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14</a:t>
            </a:fld>
            <a:endParaRPr lang="en-US" altLang="ja-JP"/>
          </a:p>
        </p:txBody>
      </p:sp>
    </p:spTree>
    <p:extLst>
      <p:ext uri="{BB962C8B-B14F-4D97-AF65-F5344CB8AC3E}">
        <p14:creationId xmlns:p14="http://schemas.microsoft.com/office/powerpoint/2010/main" val="591858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15</a:t>
            </a:fld>
            <a:endParaRPr lang="en-US" altLang="ja-JP"/>
          </a:p>
        </p:txBody>
      </p:sp>
    </p:spTree>
    <p:extLst>
      <p:ext uri="{BB962C8B-B14F-4D97-AF65-F5344CB8AC3E}">
        <p14:creationId xmlns:p14="http://schemas.microsoft.com/office/powerpoint/2010/main" val="591858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649B73A2-579D-488A-8B7E-046476D1E659}" type="slidenum">
              <a:rPr lang="ja-JP" altLang="en-US" smtClean="0"/>
              <a:pPr>
                <a:defRPr/>
              </a:pPr>
              <a:t>16</a:t>
            </a:fld>
            <a:endParaRPr lang="en-US" altLang="ja-JP"/>
          </a:p>
        </p:txBody>
      </p:sp>
    </p:spTree>
    <p:extLst>
      <p:ext uri="{BB962C8B-B14F-4D97-AF65-F5344CB8AC3E}">
        <p14:creationId xmlns:p14="http://schemas.microsoft.com/office/powerpoint/2010/main" val="5918589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26482" y="3547106"/>
            <a:ext cx="7708777" cy="83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図 11"/>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9" y="6113690"/>
            <a:ext cx="2693886" cy="49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図 9"/>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189786" y="4855685"/>
            <a:ext cx="2954215" cy="20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p:cNvSpPr>
            <a:spLocks noGrp="1" noChangeArrowheads="1"/>
          </p:cNvSpPr>
          <p:nvPr>
            <p:ph type="ctrTitle"/>
          </p:nvPr>
        </p:nvSpPr>
        <p:spPr bwMode="black">
          <a:xfrm>
            <a:off x="989944" y="3002262"/>
            <a:ext cx="7181850" cy="535531"/>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chorCtr="0">
            <a:spAutoFit/>
          </a:bodyPr>
          <a:lstStyle>
            <a:lvl1pPr algn="ctr">
              <a:defRPr sz="3200">
                <a:solidFill>
                  <a:schemeClr val="tx1">
                    <a:lumMod val="75000"/>
                    <a:lumOff val="25000"/>
                  </a:schemeClr>
                </a:solidFill>
                <a:latin typeface="Meiryo UI" panose="020B0604030504040204" pitchFamily="50" charset="-128"/>
                <a:ea typeface="Meiryo UI" panose="020B0604030504040204" pitchFamily="50" charset="-128"/>
              </a:defRPr>
            </a:lvl1pPr>
          </a:lstStyle>
          <a:p>
            <a:pPr lvl="0"/>
            <a:r>
              <a:rPr lang="ja-JP" altLang="en-US" noProof="0" dirty="0"/>
              <a:t>マスター タイトルの書式設定</a:t>
            </a:r>
            <a:endParaRPr lang="en-US" altLang="ja-JP" noProof="0" dirty="0"/>
          </a:p>
        </p:txBody>
      </p:sp>
      <p:sp>
        <p:nvSpPr>
          <p:cNvPr id="14" name="コンテンツ プレースホルダー 2"/>
          <p:cNvSpPr>
            <a:spLocks noGrp="1"/>
          </p:cNvSpPr>
          <p:nvPr>
            <p:ph idx="1"/>
          </p:nvPr>
        </p:nvSpPr>
        <p:spPr bwMode="black">
          <a:xfrm>
            <a:off x="2862630" y="5856841"/>
            <a:ext cx="3419231" cy="638734"/>
          </a:xfrm>
          <a:prstGeom prst="rect">
            <a:avLst/>
          </a:prstGeom>
        </p:spPr>
        <p:txBody>
          <a:bodyPr/>
          <a:lstStyle>
            <a:lvl1pPr marL="0" indent="0" algn="ctr">
              <a:buNone/>
              <a:defRPr sz="1600">
                <a:solidFill>
                  <a:schemeClr val="tx1">
                    <a:lumMod val="75000"/>
                    <a:lumOff val="25000"/>
                  </a:schemeClr>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マスター テキストの書式設定</a:t>
            </a:r>
          </a:p>
        </p:txBody>
      </p:sp>
      <p:sp>
        <p:nvSpPr>
          <p:cNvPr id="7" name="コンテンツ プレースホルダー 2"/>
          <p:cNvSpPr>
            <a:spLocks noGrp="1"/>
          </p:cNvSpPr>
          <p:nvPr>
            <p:ph idx="10"/>
          </p:nvPr>
        </p:nvSpPr>
        <p:spPr bwMode="black">
          <a:xfrm>
            <a:off x="250538" y="925376"/>
            <a:ext cx="5224182" cy="638734"/>
          </a:xfrm>
          <a:prstGeom prst="rect">
            <a:avLst/>
          </a:prstGeom>
        </p:spPr>
        <p:txBody>
          <a:bodyPr/>
          <a:lstStyle>
            <a:lvl1pPr marL="0" indent="0" algn="l">
              <a:buNone/>
              <a:defRPr sz="2800">
                <a:solidFill>
                  <a:schemeClr val="tx1">
                    <a:lumMod val="75000"/>
                    <a:lumOff val="25000"/>
                  </a:schemeClr>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マスター テキストの書式設定</a:t>
            </a:r>
          </a:p>
        </p:txBody>
      </p:sp>
    </p:spTree>
    <p:extLst>
      <p:ext uri="{BB962C8B-B14F-4D97-AF65-F5344CB8AC3E}">
        <p14:creationId xmlns:p14="http://schemas.microsoft.com/office/powerpoint/2010/main" val="1042208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ブリッジ タイトル スライド">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26483" y="3547108"/>
            <a:ext cx="7708777" cy="83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図 11"/>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1635" y="142883"/>
            <a:ext cx="2693886" cy="49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p:cNvSpPr>
            <a:spLocks noGrp="1" noChangeArrowheads="1"/>
          </p:cNvSpPr>
          <p:nvPr>
            <p:ph type="ctrTitle"/>
          </p:nvPr>
        </p:nvSpPr>
        <p:spPr bwMode="black">
          <a:xfrm>
            <a:off x="989944" y="3002263"/>
            <a:ext cx="7181850" cy="535531"/>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chorCtr="0">
            <a:spAutoFit/>
          </a:bodyPr>
          <a:lstStyle>
            <a:lvl1pPr algn="ctr">
              <a:defRPr sz="3200">
                <a:solidFill>
                  <a:schemeClr val="tx1">
                    <a:lumMod val="75000"/>
                    <a:lumOff val="25000"/>
                  </a:schemeClr>
                </a:solidFill>
                <a:latin typeface="Meiryo UI" panose="020B0604030504040204" pitchFamily="50" charset="-128"/>
                <a:ea typeface="Meiryo UI" panose="020B0604030504040204" pitchFamily="50" charset="-128"/>
              </a:defRPr>
            </a:lvl1pPr>
          </a:lstStyle>
          <a:p>
            <a:pPr lvl="0"/>
            <a:r>
              <a:rPr lang="ja-JP" altLang="en-US" noProof="0" dirty="0"/>
              <a:t>マスター タイトルの書式設定</a:t>
            </a:r>
            <a:endParaRPr lang="en-US" altLang="ja-JP" noProof="0" dirty="0"/>
          </a:p>
        </p:txBody>
      </p:sp>
    </p:spTree>
    <p:extLst>
      <p:ext uri="{BB962C8B-B14F-4D97-AF65-F5344CB8AC3E}">
        <p14:creationId xmlns:p14="http://schemas.microsoft.com/office/powerpoint/2010/main" val="599809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5600" y="72000"/>
            <a:ext cx="8640000" cy="432000"/>
          </a:xfrm>
        </p:spPr>
        <p:txBody>
          <a:bodyPr/>
          <a:lstStyle/>
          <a:p>
            <a:r>
              <a:rPr kumimoji="1" lang="ja-JP" altLang="en-US"/>
              <a:t>マスター タイトルの書式設定</a:t>
            </a:r>
          </a:p>
        </p:txBody>
      </p:sp>
      <p:sp>
        <p:nvSpPr>
          <p:cNvPr id="3" name="フッター プレースホルダー 2"/>
          <p:cNvSpPr>
            <a:spLocks noGrp="1"/>
          </p:cNvSpPr>
          <p:nvPr>
            <p:ph type="ftr" sz="quarter" idx="13"/>
          </p:nvPr>
        </p:nvSpPr>
        <p:spPr/>
        <p:txBody>
          <a:bodyPr/>
          <a:lstStyle/>
          <a:p>
            <a:r>
              <a:rPr lang="en-US" altLang="ja-JP" dirty="0" err="1"/>
              <a:t>Trainocate</a:t>
            </a:r>
            <a:r>
              <a:rPr lang="en-US" altLang="ja-JP" dirty="0"/>
              <a:t> Japan, Ltd. All rights reserved.</a:t>
            </a:r>
          </a:p>
        </p:txBody>
      </p:sp>
      <p:sp>
        <p:nvSpPr>
          <p:cNvPr id="4" name="スライド番号プレースホルダー 3"/>
          <p:cNvSpPr>
            <a:spLocks noGrp="1"/>
          </p:cNvSpPr>
          <p:nvPr>
            <p:ph type="sldNum" sz="quarter" idx="14"/>
          </p:nvPr>
        </p:nvSpPr>
        <p:spPr/>
        <p:txBody>
          <a:bodyPr/>
          <a:lstStyle/>
          <a:p>
            <a:fld id="{46BB8D49-91AB-4BE8-B7F4-8EAFE2BF815D}" type="slidenum">
              <a:rPr kumimoji="1" lang="ja-JP" altLang="en-US" smtClean="0"/>
              <a:pPr/>
              <a:t>‹#›</a:t>
            </a:fld>
            <a:endParaRPr kumimoji="1" lang="ja-JP" altLang="en-US" dirty="0"/>
          </a:p>
        </p:txBody>
      </p:sp>
      <p:sp>
        <p:nvSpPr>
          <p:cNvPr id="7" name="コンテンツ プレースホルダー 6"/>
          <p:cNvSpPr>
            <a:spLocks noGrp="1"/>
          </p:cNvSpPr>
          <p:nvPr>
            <p:ph sz="quarter" idx="15"/>
          </p:nvPr>
        </p:nvSpPr>
        <p:spPr>
          <a:xfrm>
            <a:off x="255600" y="612000"/>
            <a:ext cx="8640000" cy="59400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647856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7" name="タイトル 1"/>
          <p:cNvSpPr>
            <a:spLocks noGrp="1"/>
          </p:cNvSpPr>
          <p:nvPr>
            <p:ph type="title"/>
          </p:nvPr>
        </p:nvSpPr>
        <p:spPr>
          <a:xfrm>
            <a:off x="255600" y="72000"/>
            <a:ext cx="8640000" cy="432000"/>
          </a:xfrm>
        </p:spPr>
        <p:txBody>
          <a:bodyPr/>
          <a:lstStyle/>
          <a:p>
            <a:r>
              <a:rPr kumimoji="1" lang="ja-JP" altLang="en-US" dirty="0"/>
              <a:t>マスター タイトルの書式設定</a:t>
            </a:r>
          </a:p>
        </p:txBody>
      </p:sp>
      <p:sp>
        <p:nvSpPr>
          <p:cNvPr id="2" name="フッター プレースホルダー 1"/>
          <p:cNvSpPr>
            <a:spLocks noGrp="1"/>
          </p:cNvSpPr>
          <p:nvPr>
            <p:ph type="ftr" sz="quarter" idx="10"/>
          </p:nvPr>
        </p:nvSpPr>
        <p:spPr/>
        <p:txBody>
          <a:bodyPr/>
          <a:lstStyle/>
          <a:p>
            <a:r>
              <a:rPr lang="en-US" altLang="ja-JP"/>
              <a:t>Trainocate Japan, Ltd. All rights reserved.</a:t>
            </a:r>
            <a:endParaRPr lang="en-US" altLang="ja-JP" dirty="0"/>
          </a:p>
        </p:txBody>
      </p:sp>
      <p:sp>
        <p:nvSpPr>
          <p:cNvPr id="3" name="スライド番号プレースホルダー 2"/>
          <p:cNvSpPr>
            <a:spLocks noGrp="1"/>
          </p:cNvSpPr>
          <p:nvPr>
            <p:ph type="sldNum" sz="quarter" idx="11"/>
          </p:nvPr>
        </p:nvSpPr>
        <p:spPr/>
        <p:txBody>
          <a:bodyPr/>
          <a:lstStyle/>
          <a:p>
            <a:fld id="{46BB8D49-91AB-4BE8-B7F4-8EAFE2BF815D}" type="slidenum">
              <a:rPr kumimoji="1" lang="ja-JP" altLang="en-US" smtClean="0"/>
              <a:pPr/>
              <a:t>‹#›</a:t>
            </a:fld>
            <a:endParaRPr kumimoji="1" lang="ja-JP" altLang="en-US" dirty="0"/>
          </a:p>
        </p:txBody>
      </p:sp>
    </p:spTree>
    <p:extLst>
      <p:ext uri="{BB962C8B-B14F-4D97-AF65-F5344CB8AC3E}">
        <p14:creationId xmlns:p14="http://schemas.microsoft.com/office/powerpoint/2010/main" val="54742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5600" y="72000"/>
            <a:ext cx="8640000" cy="432000"/>
          </a:xfrm>
        </p:spPr>
        <p:txBody>
          <a:bodyPr/>
          <a:lstStyle/>
          <a:p>
            <a:r>
              <a:rPr kumimoji="1" lang="ja-JP" altLang="en-US"/>
              <a:t>マスター タイトルの書式設定</a:t>
            </a:r>
          </a:p>
        </p:txBody>
      </p:sp>
      <p:sp>
        <p:nvSpPr>
          <p:cNvPr id="8" name="テキスト プレースホルダー 7"/>
          <p:cNvSpPr>
            <a:spLocks noGrp="1"/>
          </p:cNvSpPr>
          <p:nvPr>
            <p:ph type="body" sz="quarter" idx="12"/>
          </p:nvPr>
        </p:nvSpPr>
        <p:spPr>
          <a:xfrm>
            <a:off x="255588" y="611999"/>
            <a:ext cx="4284000" cy="5940000"/>
          </a:xfrm>
        </p:spPr>
        <p:txBody>
          <a:bodyPr>
            <a:normAutofit/>
          </a:bodyPr>
          <a:lstStyle>
            <a:lvl1pPr>
              <a:defRPr sz="2800"/>
            </a:lvl1pPr>
            <a:lvl2pPr>
              <a:defRPr sz="2400"/>
            </a:lvl2pPr>
            <a:lvl3pPr>
              <a:defRPr sz="2000"/>
            </a:lvl3pPr>
            <a:lvl4pPr>
              <a:defRPr sz="1800"/>
            </a:lvl4pPr>
            <a:lvl5pPr>
              <a:defRPr sz="18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1" name="テキスト プレースホルダー 10"/>
          <p:cNvSpPr>
            <a:spLocks noGrp="1"/>
          </p:cNvSpPr>
          <p:nvPr>
            <p:ph type="body" sz="quarter" idx="13"/>
          </p:nvPr>
        </p:nvSpPr>
        <p:spPr>
          <a:xfrm>
            <a:off x="4604658" y="611999"/>
            <a:ext cx="4284000" cy="594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p:cNvSpPr>
            <a:spLocks noGrp="1"/>
          </p:cNvSpPr>
          <p:nvPr>
            <p:ph type="ftr" sz="quarter" idx="14"/>
          </p:nvPr>
        </p:nvSpPr>
        <p:spPr/>
        <p:txBody>
          <a:bodyPr/>
          <a:lstStyle/>
          <a:p>
            <a:r>
              <a:rPr lang="en-US" altLang="ja-JP"/>
              <a:t>Trainocate Japan, Ltd. All rights reserved.</a:t>
            </a:r>
            <a:endParaRPr lang="en-US" altLang="ja-JP" dirty="0"/>
          </a:p>
        </p:txBody>
      </p:sp>
      <p:sp>
        <p:nvSpPr>
          <p:cNvPr id="4" name="スライド番号プレースホルダー 3"/>
          <p:cNvSpPr>
            <a:spLocks noGrp="1"/>
          </p:cNvSpPr>
          <p:nvPr>
            <p:ph type="sldNum" sz="quarter" idx="15"/>
          </p:nvPr>
        </p:nvSpPr>
        <p:spPr/>
        <p:txBody>
          <a:bodyPr/>
          <a:lstStyle/>
          <a:p>
            <a:fld id="{46BB8D49-91AB-4BE8-B7F4-8EAFE2BF815D}" type="slidenum">
              <a:rPr kumimoji="1" lang="ja-JP" altLang="en-US" smtClean="0"/>
              <a:pPr/>
              <a:t>‹#›</a:t>
            </a:fld>
            <a:endParaRPr kumimoji="1" lang="ja-JP" altLang="en-US" dirty="0"/>
          </a:p>
        </p:txBody>
      </p:sp>
    </p:spTree>
    <p:extLst>
      <p:ext uri="{BB962C8B-B14F-4D97-AF65-F5344CB8AC3E}">
        <p14:creationId xmlns:p14="http://schemas.microsoft.com/office/powerpoint/2010/main" val="2903449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クロージング スライド">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4FD0E01-BE5E-4FE6-A7AA-3112865EAD9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67876" y="2760424"/>
            <a:ext cx="5405810" cy="983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コンテンツ プレースホルダー 2">
            <a:extLst>
              <a:ext uri="{FF2B5EF4-FFF2-40B4-BE49-F238E27FC236}">
                <a16:creationId xmlns:a16="http://schemas.microsoft.com/office/drawing/2014/main" id="{D1D67071-D019-4BCB-A3BA-A04675219EEB}"/>
              </a:ext>
            </a:extLst>
          </p:cNvPr>
          <p:cNvSpPr>
            <a:spLocks noGrp="1"/>
          </p:cNvSpPr>
          <p:nvPr>
            <p:ph idx="10" hasCustomPrompt="1"/>
          </p:nvPr>
        </p:nvSpPr>
        <p:spPr bwMode="black">
          <a:xfrm>
            <a:off x="612000" y="6341175"/>
            <a:ext cx="7920000" cy="369332"/>
          </a:xfrm>
          <a:prstGeom prst="rect">
            <a:avLst/>
          </a:prstGeom>
        </p:spPr>
        <p:txBody>
          <a:bodyPr wrap="square" anchor="t" anchorCtr="1">
            <a:spAutoFit/>
          </a:bodyPr>
          <a:lstStyle>
            <a:lvl1pPr marL="0" indent="0" algn="ctr">
              <a:buNone/>
              <a:defRPr sz="1800" b="0">
                <a:solidFill>
                  <a:srgbClr val="77777A"/>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連絡先を入力</a:t>
            </a:r>
            <a:endParaRPr lang="en-US" altLang="ja-JP" dirty="0"/>
          </a:p>
        </p:txBody>
      </p:sp>
      <p:sp>
        <p:nvSpPr>
          <p:cNvPr id="2" name="テキスト ボックス 1">
            <a:extLst>
              <a:ext uri="{FF2B5EF4-FFF2-40B4-BE49-F238E27FC236}">
                <a16:creationId xmlns:a16="http://schemas.microsoft.com/office/drawing/2014/main" id="{15605E7F-86AD-4836-9AD2-8352A380C5E7}"/>
              </a:ext>
            </a:extLst>
          </p:cNvPr>
          <p:cNvSpPr txBox="1"/>
          <p:nvPr userDrawn="1"/>
        </p:nvSpPr>
        <p:spPr>
          <a:xfrm>
            <a:off x="612000" y="5446955"/>
            <a:ext cx="7920000" cy="369332"/>
          </a:xfrm>
          <a:prstGeom prst="rect">
            <a:avLst/>
          </a:prstGeom>
          <a:noFill/>
        </p:spPr>
        <p:txBody>
          <a:bodyPr wrap="square" rtlCol="0">
            <a:spAutoFit/>
          </a:bodyPr>
          <a:lstStyle/>
          <a:p>
            <a:pPr algn="ctr"/>
            <a:r>
              <a:rPr kumimoji="1" lang="ja-JP" altLang="en-US" sz="1800" b="0" dirty="0">
                <a:solidFill>
                  <a:srgbClr val="77777A"/>
                </a:solidFill>
                <a:latin typeface="Meiryo UI" panose="020B0604030504040204" pitchFamily="50" charset="-128"/>
                <a:ea typeface="Meiryo UI" panose="020B0604030504040204" pitchFamily="50" charset="-128"/>
              </a:rPr>
              <a:t>本資料についてのお問い合わせ先</a:t>
            </a:r>
          </a:p>
        </p:txBody>
      </p:sp>
      <p:sp>
        <p:nvSpPr>
          <p:cNvPr id="9" name="テキスト ボックス 8">
            <a:extLst>
              <a:ext uri="{FF2B5EF4-FFF2-40B4-BE49-F238E27FC236}">
                <a16:creationId xmlns:a16="http://schemas.microsoft.com/office/drawing/2014/main" id="{CA58BACD-4932-4D31-BA3E-1291D1CD2FB5}"/>
              </a:ext>
            </a:extLst>
          </p:cNvPr>
          <p:cNvSpPr txBox="1"/>
          <p:nvPr userDrawn="1"/>
        </p:nvSpPr>
        <p:spPr>
          <a:xfrm>
            <a:off x="612000" y="5971842"/>
            <a:ext cx="7920000" cy="369332"/>
          </a:xfrm>
          <a:prstGeom prst="rect">
            <a:avLst/>
          </a:prstGeom>
          <a:noFill/>
        </p:spPr>
        <p:txBody>
          <a:bodyPr wrap="square" rtlCol="0">
            <a:spAutoFit/>
          </a:bodyPr>
          <a:lstStyle/>
          <a:p>
            <a:pPr algn="ctr"/>
            <a:r>
              <a:rPr kumimoji="1" lang="ja-JP" altLang="en-US" sz="1800" b="0" dirty="0">
                <a:solidFill>
                  <a:srgbClr val="77777A"/>
                </a:solidFill>
                <a:latin typeface="Meiryo UI" panose="020B0604030504040204" pitchFamily="50" charset="-128"/>
                <a:ea typeface="Meiryo UI" panose="020B0604030504040204" pitchFamily="50" charset="-128"/>
              </a:rPr>
              <a:t>トレノケート株式会社</a:t>
            </a:r>
          </a:p>
        </p:txBody>
      </p:sp>
    </p:spTree>
    <p:extLst>
      <p:ext uri="{BB962C8B-B14F-4D97-AF65-F5344CB8AC3E}">
        <p14:creationId xmlns:p14="http://schemas.microsoft.com/office/powerpoint/2010/main" val="321596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p:txBody>
          <a:bodyPr/>
          <a:lstStyle/>
          <a:p>
            <a:pPr>
              <a:defRPr/>
            </a:pPr>
            <a:fld id="{317FD5BC-56C6-4791-9AE8-E48ACCBD4B05}" type="slidenum">
              <a:rPr lang="ja-JP" altLang="en-US" smtClean="0"/>
              <a:pPr>
                <a:defRPr/>
              </a:pPr>
              <a:t>‹#›</a:t>
            </a:fld>
            <a:endParaRPr lang="en-US" altLang="ja-JP" dirty="0"/>
          </a:p>
        </p:txBody>
      </p:sp>
    </p:spTree>
    <p:extLst>
      <p:ext uri="{BB962C8B-B14F-4D97-AF65-F5344CB8AC3E}">
        <p14:creationId xmlns:p14="http://schemas.microsoft.com/office/powerpoint/2010/main" val="1724518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ー 4"/>
          <p:cNvSpPr>
            <a:spLocks noGrp="1"/>
          </p:cNvSpPr>
          <p:nvPr>
            <p:ph type="sldNum" sz="quarter" idx="10"/>
          </p:nvPr>
        </p:nvSpPr>
        <p:spPr/>
        <p:txBody>
          <a:bodyPr/>
          <a:lstStyle/>
          <a:p>
            <a:pPr>
              <a:defRPr/>
            </a:pPr>
            <a:fld id="{317FD5BC-56C6-4791-9AE8-E48ACCBD4B05}" type="slidenum">
              <a:rPr lang="ja-JP" altLang="en-US" smtClean="0"/>
              <a:pPr>
                <a:defRPr/>
              </a:pPr>
              <a:t>‹#›</a:t>
            </a:fld>
            <a:endParaRPr lang="en-US" altLang="ja-JP" dirty="0"/>
          </a:p>
        </p:txBody>
      </p:sp>
    </p:spTree>
    <p:extLst>
      <p:ext uri="{BB962C8B-B14F-4D97-AF65-F5344CB8AC3E}">
        <p14:creationId xmlns:p14="http://schemas.microsoft.com/office/powerpoint/2010/main" val="3090298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0" y="-4763"/>
            <a:ext cx="914400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0" y="6652204"/>
            <a:ext cx="91440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bwMode="white">
          <a:xfrm>
            <a:off x="255600" y="72000"/>
            <a:ext cx="8640000" cy="432000"/>
          </a:xfrm>
          <a:prstGeom prst="rect">
            <a:avLst/>
          </a:prstGeom>
        </p:spPr>
        <p:txBody>
          <a:bodyPr vert="horz" lIns="91440" tIns="45720" rIns="91440" bIns="45720" rtlCol="0" anchor="ctr">
            <a:noAutofit/>
          </a:bodyPr>
          <a:lstStyle/>
          <a:p>
            <a:r>
              <a:rPr lang="ja-JP" altLang="en-US" dirty="0"/>
              <a:t>マスター タイトルの書式設定</a:t>
            </a:r>
            <a:endParaRPr lang="en-US" dirty="0"/>
          </a:p>
        </p:txBody>
      </p:sp>
      <p:sp>
        <p:nvSpPr>
          <p:cNvPr id="5" name="Footer Placeholder 4"/>
          <p:cNvSpPr>
            <a:spLocks noGrp="1"/>
          </p:cNvSpPr>
          <p:nvPr>
            <p:ph type="ftr" sz="quarter" idx="3"/>
          </p:nvPr>
        </p:nvSpPr>
        <p:spPr bwMode="white">
          <a:xfrm>
            <a:off x="72000" y="6660000"/>
            <a:ext cx="3600000" cy="180000"/>
          </a:xfrm>
          <a:prstGeom prst="rect">
            <a:avLst/>
          </a:prstGeom>
        </p:spPr>
        <p:txBody>
          <a:bodyPr vert="horz" lIns="91440" tIns="45720" rIns="91440" bIns="45720" rtlCol="0" anchor="t"/>
          <a:lstStyle>
            <a:lvl1pPr algn="l">
              <a:defRPr sz="900" b="1">
                <a:solidFill>
                  <a:schemeClr val="bg1"/>
                </a:solidFill>
              </a:defRPr>
            </a:lvl1pPr>
          </a:lstStyle>
          <a:p>
            <a:r>
              <a:rPr lang="en-US" altLang="ja-JP" dirty="0"/>
              <a:t>Trainocate Japan, Ltd. All rights reserved.</a:t>
            </a:r>
          </a:p>
        </p:txBody>
      </p:sp>
      <p:sp>
        <p:nvSpPr>
          <p:cNvPr id="6" name="Slide Number Placeholder 5"/>
          <p:cNvSpPr>
            <a:spLocks noGrp="1"/>
          </p:cNvSpPr>
          <p:nvPr>
            <p:ph type="sldNum" sz="quarter" idx="4"/>
          </p:nvPr>
        </p:nvSpPr>
        <p:spPr bwMode="white">
          <a:xfrm>
            <a:off x="7981950" y="6660000"/>
            <a:ext cx="1080000" cy="180000"/>
          </a:xfrm>
          <a:prstGeom prst="rect">
            <a:avLst/>
          </a:prstGeom>
        </p:spPr>
        <p:txBody>
          <a:bodyPr vert="horz" lIns="91440" tIns="45720" rIns="91440" bIns="45720" rtlCol="0" anchor="t"/>
          <a:lstStyle>
            <a:lvl1pPr algn="r">
              <a:defRPr sz="1000" b="1">
                <a:solidFill>
                  <a:schemeClr val="bg1"/>
                </a:solidFill>
              </a:defRPr>
            </a:lvl1pPr>
          </a:lstStyle>
          <a:p>
            <a:fld id="{46BB8D49-91AB-4BE8-B7F4-8EAFE2BF815D}" type="slidenum">
              <a:rPr kumimoji="1" lang="ja-JP" altLang="en-US" smtClean="0"/>
              <a:pPr/>
              <a:t>‹#›</a:t>
            </a:fld>
            <a:endParaRPr kumimoji="1" lang="ja-JP" altLang="en-US" dirty="0"/>
          </a:p>
        </p:txBody>
      </p:sp>
      <p:sp>
        <p:nvSpPr>
          <p:cNvPr id="4" name="テキスト プレースホルダー 3"/>
          <p:cNvSpPr>
            <a:spLocks noGrp="1"/>
          </p:cNvSpPr>
          <p:nvPr>
            <p:ph type="body" idx="1"/>
          </p:nvPr>
        </p:nvSpPr>
        <p:spPr>
          <a:xfrm>
            <a:off x="255600" y="611999"/>
            <a:ext cx="8640000" cy="5940000"/>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65573185"/>
      </p:ext>
    </p:extLst>
  </p:cSld>
  <p:clrMap bg1="lt1" tx1="dk1" bg2="lt2" tx2="dk2" accent1="accent1" accent2="accent2" accent3="accent3" accent4="accent4" accent5="accent5" accent6="accent6" hlink="hlink" folHlink="folHlink"/>
  <p:sldLayoutIdLst>
    <p:sldLayoutId id="2147483672" r:id="rId1"/>
    <p:sldLayoutId id="2147483678" r:id="rId2"/>
    <p:sldLayoutId id="2147483675" r:id="rId3"/>
    <p:sldLayoutId id="2147483661" r:id="rId4"/>
    <p:sldLayoutId id="2147483674" r:id="rId5"/>
    <p:sldLayoutId id="2147483677" r:id="rId6"/>
    <p:sldLayoutId id="2147483680" r:id="rId7"/>
    <p:sldLayoutId id="2147483681" r:id="rId8"/>
  </p:sldLayoutIdLst>
  <p:hf hdr="0" dt="0"/>
  <p:txStyles>
    <p:titleStyle>
      <a:lvl1pPr algn="l" defTabSz="914400" rtl="0" eaLnBrk="1" latinLnBrk="0" hangingPunct="1">
        <a:lnSpc>
          <a:spcPct val="90000"/>
        </a:lnSpc>
        <a:spcBef>
          <a:spcPct val="0"/>
        </a:spcBef>
        <a:buNone/>
        <a:defRPr kumimoji="1" sz="2400" b="1" kern="1200">
          <a:solidFill>
            <a:schemeClr val="bg1"/>
          </a:solidFill>
          <a:latin typeface="Meiryo UI" panose="020B0604030504040204" pitchFamily="50" charset="-128"/>
          <a:ea typeface="Meiryo UI" panose="020B0604030504040204" pitchFamily="50" charset="-128"/>
          <a:cs typeface="+mj-cs"/>
        </a:defRPr>
      </a:lvl1pPr>
    </p:titleStyle>
    <p:bodyStyle>
      <a:lvl1pPr marL="357188" marR="0" indent="-357188" algn="l" defTabSz="914400" rtl="0" eaLnBrk="1" fontAlgn="base" latinLnBrk="0" hangingPunct="1">
        <a:lnSpc>
          <a:spcPct val="100000"/>
        </a:lnSpc>
        <a:spcBef>
          <a:spcPct val="20000"/>
        </a:spcBef>
        <a:spcAft>
          <a:spcPct val="0"/>
        </a:spcAft>
        <a:buClr>
          <a:schemeClr val="tx1">
            <a:lumMod val="75000"/>
            <a:lumOff val="25000"/>
          </a:schemeClr>
        </a:buClr>
        <a:buSzTx/>
        <a:buFont typeface="Wingdings" panose="05000000000000000000" pitchFamily="2" charset="2"/>
        <a:buChar char="n"/>
        <a:tabLst/>
        <a:defRPr kumimoji="1" sz="2800" kern="1200">
          <a:solidFill>
            <a:schemeClr val="tx1"/>
          </a:solidFill>
          <a:latin typeface="Meiryo UI" panose="020B0604030504040204" pitchFamily="50" charset="-128"/>
          <a:ea typeface="Meiryo UI" panose="020B0604030504040204" pitchFamily="50" charset="-128"/>
          <a:cs typeface="+mn-cs"/>
        </a:defRPr>
      </a:lvl1pPr>
      <a:lvl2pPr marL="742950" marR="0" indent="-285750" algn="l" defTabSz="914400" rtl="0" eaLnBrk="1" fontAlgn="base" latinLnBrk="0" hangingPunct="1">
        <a:lnSpc>
          <a:spcPct val="100000"/>
        </a:lnSpc>
        <a:spcBef>
          <a:spcPct val="20000"/>
        </a:spcBef>
        <a:spcAft>
          <a:spcPct val="0"/>
        </a:spcAft>
        <a:buClr>
          <a:schemeClr val="tx1">
            <a:lumMod val="75000"/>
            <a:lumOff val="25000"/>
          </a:schemeClr>
        </a:buClr>
        <a:buSzTx/>
        <a:buFont typeface="Wingdings" panose="05000000000000000000" pitchFamily="2" charset="2"/>
        <a:buChar char="l"/>
        <a:tabLst/>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marR="0" indent="-228600" algn="l" defTabSz="914400" rtl="0" eaLnBrk="1" fontAlgn="base" latinLnBrk="0" hangingPunct="1">
        <a:lnSpc>
          <a:spcPct val="100000"/>
        </a:lnSpc>
        <a:spcBef>
          <a:spcPct val="20000"/>
        </a:spcBef>
        <a:spcAft>
          <a:spcPct val="0"/>
        </a:spcAft>
        <a:buClr>
          <a:schemeClr val="tx1">
            <a:lumMod val="75000"/>
            <a:lumOff val="25000"/>
          </a:schemeClr>
        </a:buClr>
        <a:buSzTx/>
        <a:buFont typeface="HGPｺﾞｼｯｸE" panose="020B0900000000000000" pitchFamily="50" charset="-128"/>
        <a:buChar char="-"/>
        <a:tabLst/>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marR="0" indent="-228600" algn="l" defTabSz="914400" rtl="0" eaLnBrk="1" fontAlgn="base" latinLnBrk="0" hangingPunct="1">
        <a:lnSpc>
          <a:spcPct val="100000"/>
        </a:lnSpc>
        <a:spcBef>
          <a:spcPct val="20000"/>
        </a:spcBef>
        <a:spcAft>
          <a:spcPct val="0"/>
        </a:spcAft>
        <a:buClr>
          <a:schemeClr val="tx1">
            <a:lumMod val="75000"/>
            <a:lumOff val="25000"/>
          </a:schemeClr>
        </a:buClr>
        <a:buSzTx/>
        <a:buFontTx/>
        <a:buChar char="•"/>
        <a:tabLst/>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marR="0" indent="-228600" algn="l" defTabSz="914400" rtl="0" eaLnBrk="1" fontAlgn="base" latinLnBrk="0" hangingPunct="1">
        <a:lnSpc>
          <a:spcPct val="100000"/>
        </a:lnSpc>
        <a:spcBef>
          <a:spcPct val="20000"/>
        </a:spcBef>
        <a:spcAft>
          <a:spcPct val="0"/>
        </a:spcAft>
        <a:buClr>
          <a:prstClr val="black"/>
        </a:buClr>
        <a:buSzTx/>
        <a:buFont typeface="Wingdings" panose="05000000000000000000" pitchFamily="2" charset="2"/>
        <a:buNone/>
        <a:tabLst/>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158" userDrawn="1">
          <p15:clr>
            <a:srgbClr val="F26B43"/>
          </p15:clr>
        </p15:guide>
        <p15:guide id="4" pos="56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55FD22E-72BD-4198-8CB6-FC6DB50993F5}"/>
              </a:ext>
            </a:extLst>
          </p:cNvPr>
          <p:cNvSpPr>
            <a:spLocks noGrp="1"/>
          </p:cNvSpPr>
          <p:nvPr>
            <p:ph type="ctrTitle"/>
          </p:nvPr>
        </p:nvSpPr>
        <p:spPr/>
        <p:txBody>
          <a:bodyPr/>
          <a:lstStyle/>
          <a:p>
            <a:r>
              <a:rPr lang="ja-JP" altLang="en-US" dirty="0"/>
              <a:t>①ネットワーク要件・詳細設計書</a:t>
            </a:r>
            <a:r>
              <a:rPr lang="en-US" altLang="ja-JP" dirty="0"/>
              <a:t>(TC)</a:t>
            </a:r>
            <a:endParaRPr kumimoji="1" lang="ja-JP" altLang="en-US" dirty="0"/>
          </a:p>
        </p:txBody>
      </p:sp>
      <p:sp>
        <p:nvSpPr>
          <p:cNvPr id="4" name="コンテンツ プレースホルダー 3">
            <a:extLst>
              <a:ext uri="{FF2B5EF4-FFF2-40B4-BE49-F238E27FC236}">
                <a16:creationId xmlns:a16="http://schemas.microsoft.com/office/drawing/2014/main" id="{652F3C28-1585-43D9-8949-89307789B5E4}"/>
              </a:ext>
            </a:extLst>
          </p:cNvPr>
          <p:cNvSpPr>
            <a:spLocks noGrp="1"/>
          </p:cNvSpPr>
          <p:nvPr>
            <p:ph idx="1"/>
          </p:nvPr>
        </p:nvSpPr>
        <p:spPr/>
        <p:txBody>
          <a:bodyPr/>
          <a:lstStyle/>
          <a:p>
            <a:endParaRPr kumimoji="1" lang="ja-JP" altLang="en-US"/>
          </a:p>
        </p:txBody>
      </p:sp>
      <p:sp>
        <p:nvSpPr>
          <p:cNvPr id="5" name="コンテンツ プレースホルダー 4">
            <a:extLst>
              <a:ext uri="{FF2B5EF4-FFF2-40B4-BE49-F238E27FC236}">
                <a16:creationId xmlns:a16="http://schemas.microsoft.com/office/drawing/2014/main" id="{FEDB4D23-45EB-4DD9-B03C-66C5E0E1C672}"/>
              </a:ext>
            </a:extLst>
          </p:cNvPr>
          <p:cNvSpPr>
            <a:spLocks noGrp="1"/>
          </p:cNvSpPr>
          <p:nvPr>
            <p:ph idx="10"/>
          </p:nvPr>
        </p:nvSpPr>
        <p:spPr/>
        <p:txBody>
          <a:bodyPr/>
          <a:lstStyle/>
          <a:p>
            <a:endParaRPr kumimoji="1" lang="ja-JP" altLang="en-US" dirty="0"/>
          </a:p>
        </p:txBody>
      </p:sp>
    </p:spTree>
    <p:extLst>
      <p:ext uri="{BB962C8B-B14F-4D97-AF65-F5344CB8AC3E}">
        <p14:creationId xmlns:p14="http://schemas.microsoft.com/office/powerpoint/2010/main" val="4039277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AFF8C-A115-CC05-DF7D-3E755C8922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FF528F-7502-A462-4205-0917095E9B13}"/>
              </a:ext>
            </a:extLst>
          </p:cNvPr>
          <p:cNvSpPr>
            <a:spLocks noGrp="1"/>
          </p:cNvSpPr>
          <p:nvPr>
            <p:ph type="ctrTitle"/>
          </p:nvPr>
        </p:nvSpPr>
        <p:spPr/>
        <p:txBody>
          <a:bodyPr/>
          <a:lstStyle/>
          <a:p>
            <a:r>
              <a:rPr lang="ja-JP" altLang="en-US" dirty="0"/>
              <a:t>本コースの進め方</a:t>
            </a:r>
            <a:endParaRPr kumimoji="1" lang="ja-JP" altLang="en-US" dirty="0"/>
          </a:p>
        </p:txBody>
      </p:sp>
      <p:sp>
        <p:nvSpPr>
          <p:cNvPr id="4" name="スライド番号プレースホルダー 3">
            <a:extLst>
              <a:ext uri="{FF2B5EF4-FFF2-40B4-BE49-F238E27FC236}">
                <a16:creationId xmlns:a16="http://schemas.microsoft.com/office/drawing/2014/main" id="{386A942B-A831-8BD6-661D-CB100D2DE7A5}"/>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2</a:t>
            </a:fld>
            <a:endParaRPr lang="en-US" altLang="ja-JP" dirty="0"/>
          </a:p>
        </p:txBody>
      </p:sp>
    </p:spTree>
    <p:extLst>
      <p:ext uri="{BB962C8B-B14F-4D97-AF65-F5344CB8AC3E}">
        <p14:creationId xmlns:p14="http://schemas.microsoft.com/office/powerpoint/2010/main" val="2752782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36BE42-E716-BCD9-4A3B-FD21716DB4AF}"/>
              </a:ext>
            </a:extLst>
          </p:cNvPr>
          <p:cNvSpPr>
            <a:spLocks noGrp="1"/>
          </p:cNvSpPr>
          <p:nvPr>
            <p:ph type="title"/>
          </p:nvPr>
        </p:nvSpPr>
        <p:spPr/>
        <p:txBody>
          <a:bodyPr/>
          <a:lstStyle/>
          <a:p>
            <a:r>
              <a:rPr lang="ja-JP" altLang="en-US" dirty="0"/>
              <a:t>本コースの進め方（</a:t>
            </a:r>
            <a:r>
              <a:rPr lang="en-US" altLang="ja-JP" dirty="0"/>
              <a:t>1/4</a:t>
            </a:r>
            <a:r>
              <a:rPr lang="ja-JP" altLang="en-US" dirty="0"/>
              <a:t>）</a:t>
            </a:r>
            <a:endParaRPr kumimoji="1" lang="ja-JP" altLang="en-US" dirty="0"/>
          </a:p>
        </p:txBody>
      </p:sp>
      <p:sp>
        <p:nvSpPr>
          <p:cNvPr id="3" name="フッター プレースホルダー 2">
            <a:extLst>
              <a:ext uri="{FF2B5EF4-FFF2-40B4-BE49-F238E27FC236}">
                <a16:creationId xmlns:a16="http://schemas.microsoft.com/office/drawing/2014/main" id="{3254FB6C-152D-3783-B32C-1E0D2127BB58}"/>
              </a:ext>
            </a:extLst>
          </p:cNvPr>
          <p:cNvSpPr>
            <a:spLocks noGrp="1"/>
          </p:cNvSpPr>
          <p:nvPr>
            <p:ph type="ftr" sz="quarter" idx="10"/>
          </p:nvPr>
        </p:nvSpPr>
        <p:spPr/>
        <p:txBody>
          <a:bodyPr/>
          <a:lstStyle/>
          <a:p>
            <a:r>
              <a:rPr lang="en-US" altLang="ja-JP" dirty="0" err="1"/>
              <a:t>Trainocate</a:t>
            </a:r>
            <a:r>
              <a:rPr lang="en-US" altLang="ja-JP" dirty="0"/>
              <a:t> Japan, Ltd. All rights reserved.</a:t>
            </a:r>
          </a:p>
        </p:txBody>
      </p:sp>
      <p:sp>
        <p:nvSpPr>
          <p:cNvPr id="4" name="スライド番号プレースホルダー 3">
            <a:extLst>
              <a:ext uri="{FF2B5EF4-FFF2-40B4-BE49-F238E27FC236}">
                <a16:creationId xmlns:a16="http://schemas.microsoft.com/office/drawing/2014/main" id="{7C4F36E4-C1C9-B913-18BF-EB144CE2A3D2}"/>
              </a:ext>
            </a:extLst>
          </p:cNvPr>
          <p:cNvSpPr>
            <a:spLocks noGrp="1"/>
          </p:cNvSpPr>
          <p:nvPr>
            <p:ph type="sldNum" sz="quarter" idx="11"/>
          </p:nvPr>
        </p:nvSpPr>
        <p:spPr/>
        <p:txBody>
          <a:bodyPr/>
          <a:lstStyle/>
          <a:p>
            <a:fld id="{46BB8D49-91AB-4BE8-B7F4-8EAFE2BF815D}" type="slidenum">
              <a:rPr kumimoji="1" lang="ja-JP" altLang="en-US" smtClean="0"/>
              <a:pPr/>
              <a:t>3</a:t>
            </a:fld>
            <a:endParaRPr kumimoji="1" lang="ja-JP" altLang="en-US" dirty="0"/>
          </a:p>
        </p:txBody>
      </p:sp>
      <p:sp>
        <p:nvSpPr>
          <p:cNvPr id="5" name="AutoShape 3">
            <a:extLst>
              <a:ext uri="{FF2B5EF4-FFF2-40B4-BE49-F238E27FC236}">
                <a16:creationId xmlns:a16="http://schemas.microsoft.com/office/drawing/2014/main" id="{E40D5405-0DCA-8658-709F-060200091B37}"/>
              </a:ext>
            </a:extLst>
          </p:cNvPr>
          <p:cNvSpPr>
            <a:spLocks noChangeArrowheads="1"/>
          </p:cNvSpPr>
          <p:nvPr/>
        </p:nvSpPr>
        <p:spPr bwMode="auto">
          <a:xfrm>
            <a:off x="170688" y="2346960"/>
            <a:ext cx="8839200" cy="4241729"/>
          </a:xfrm>
          <a:prstGeom prst="foldedCorner">
            <a:avLst>
              <a:gd name="adj" fmla="val 7995"/>
            </a:avLst>
          </a:prstGeom>
          <a:ln>
            <a:headEnd/>
            <a:tailEnd/>
          </a:ln>
        </p:spPr>
        <p:style>
          <a:lnRef idx="2">
            <a:schemeClr val="accent1"/>
          </a:lnRef>
          <a:fillRef idx="1">
            <a:schemeClr val="lt1"/>
          </a:fillRef>
          <a:effectRef idx="0">
            <a:schemeClr val="accent1"/>
          </a:effectRef>
          <a:fontRef idx="minor">
            <a:schemeClr val="dk1"/>
          </a:fontRef>
        </p:style>
        <p:txBody>
          <a:bodyPr wrap="none" anchor="t"/>
          <a:lstStyle/>
          <a:p>
            <a:pPr algn="l">
              <a:buClr>
                <a:schemeClr val="folHlink"/>
              </a:buClr>
              <a:buFont typeface="Wingdings" pitchFamily="2" charset="2"/>
              <a:buChar char="l"/>
            </a:pPr>
            <a:r>
              <a:rPr kumimoji="0" lang="ja-JP" altLang="en-US" sz="2400" dirty="0">
                <a:solidFill>
                  <a:schemeClr val="tx1"/>
                </a:solidFill>
              </a:rPr>
              <a:t>実際の現場では、「作業時間」は限られています</a:t>
            </a:r>
            <a:br>
              <a:rPr lang="en-US" altLang="ja-JP" sz="2400" dirty="0">
                <a:solidFill>
                  <a:schemeClr val="tx1"/>
                </a:solidFill>
              </a:rPr>
            </a:br>
            <a:r>
              <a:rPr lang="ja-JP" altLang="en-US" sz="2400" dirty="0">
                <a:solidFill>
                  <a:schemeClr val="tx1"/>
                </a:solidFill>
              </a:rPr>
              <a:t>　</a:t>
            </a:r>
            <a:r>
              <a:rPr kumimoji="0" lang="ja-JP" altLang="en-US" sz="2400" dirty="0">
                <a:solidFill>
                  <a:schemeClr val="tx1"/>
                </a:solidFill>
              </a:rPr>
              <a:t>本研修では、自チームの</a:t>
            </a:r>
            <a:r>
              <a:rPr kumimoji="0" lang="en-US" altLang="ja-JP" sz="2400" dirty="0">
                <a:solidFill>
                  <a:schemeClr val="tx1"/>
                </a:solidFill>
              </a:rPr>
              <a:t>1</a:t>
            </a:r>
            <a:r>
              <a:rPr kumimoji="0" lang="ja-JP" altLang="en-US" sz="2400" dirty="0">
                <a:solidFill>
                  <a:schemeClr val="tx1"/>
                </a:solidFill>
              </a:rPr>
              <a:t>日のスケジュールを綿密に決め、</a:t>
            </a:r>
            <a:br>
              <a:rPr kumimoji="0" lang="en-US" altLang="ja-JP" sz="2400" dirty="0">
                <a:solidFill>
                  <a:schemeClr val="tx1"/>
                </a:solidFill>
              </a:rPr>
            </a:br>
            <a:r>
              <a:rPr kumimoji="0" lang="ja-JP" altLang="en-US" sz="2400" dirty="0">
                <a:solidFill>
                  <a:schemeClr val="tx1"/>
                </a:solidFill>
              </a:rPr>
              <a:t>　</a:t>
            </a:r>
            <a:r>
              <a:rPr kumimoji="0" lang="ja-JP" altLang="en-US" sz="2400" dirty="0">
                <a:solidFill>
                  <a:srgbClr val="FF0000"/>
                </a:solidFill>
              </a:rPr>
              <a:t>タイムマネジメント</a:t>
            </a:r>
            <a:r>
              <a:rPr kumimoji="0" lang="ja-JP" altLang="en-US" sz="2400" dirty="0">
                <a:solidFill>
                  <a:schemeClr val="tx1"/>
                </a:solidFill>
              </a:rPr>
              <a:t>を適切に行ってください</a:t>
            </a:r>
            <a:endParaRPr kumimoji="0" lang="en-US" altLang="ja-JP" sz="2400" dirty="0">
              <a:solidFill>
                <a:schemeClr val="tx1"/>
              </a:solidFill>
            </a:endParaRPr>
          </a:p>
          <a:p>
            <a:pPr marL="800100" lvl="1" indent="-342900" algn="l">
              <a:buClr>
                <a:schemeClr val="folHlink"/>
              </a:buClr>
              <a:buFont typeface="Wingdings" panose="05000000000000000000" pitchFamily="2" charset="2"/>
              <a:buChar char="n"/>
            </a:pPr>
            <a:r>
              <a:rPr kumimoji="0" lang="ja-JP" altLang="en-US" dirty="0"/>
              <a:t>自チーム内で各作業を洗い出し、それに費やした時間を記録してください</a:t>
            </a:r>
            <a:endParaRPr kumimoji="0" lang="en-US" altLang="ja-JP" dirty="0"/>
          </a:p>
          <a:p>
            <a:pPr marL="800100" lvl="1" indent="-342900" algn="l">
              <a:buClr>
                <a:schemeClr val="folHlink"/>
              </a:buClr>
              <a:buFont typeface="Wingdings" panose="05000000000000000000" pitchFamily="2" charset="2"/>
              <a:buChar char="n"/>
            </a:pPr>
            <a:r>
              <a:rPr kumimoji="0" lang="ja-JP" altLang="en-US" dirty="0"/>
              <a:t>現場での作業終了時間は</a:t>
            </a:r>
            <a:r>
              <a:rPr kumimoji="0" lang="en-US" altLang="ja-JP" dirty="0"/>
              <a:t>16:45</a:t>
            </a:r>
            <a:r>
              <a:rPr kumimoji="0" lang="ja-JP" altLang="en-US" dirty="0"/>
              <a:t>とします</a:t>
            </a:r>
            <a:endParaRPr kumimoji="0" lang="en-US" altLang="ja-JP" dirty="0"/>
          </a:p>
          <a:p>
            <a:pPr marL="800100" lvl="1" indent="-342900" algn="l">
              <a:buClr>
                <a:schemeClr val="folHlink"/>
              </a:buClr>
              <a:buFont typeface="Wingdings" panose="05000000000000000000" pitchFamily="2" charset="2"/>
              <a:buChar char="n"/>
            </a:pPr>
            <a:r>
              <a:rPr kumimoji="0" lang="en-US" altLang="ja-JP" dirty="0"/>
              <a:t>16:55</a:t>
            </a:r>
            <a:r>
              <a:rPr kumimoji="0" lang="ja-JP" altLang="en-US" dirty="0"/>
              <a:t>には、終了できるような想定で進めます</a:t>
            </a:r>
            <a:endParaRPr kumimoji="0" lang="en-US" altLang="ja-JP" sz="2400" dirty="0"/>
          </a:p>
        </p:txBody>
      </p:sp>
      <p:sp>
        <p:nvSpPr>
          <p:cNvPr id="6" name="Rectangle 4">
            <a:extLst>
              <a:ext uri="{FF2B5EF4-FFF2-40B4-BE49-F238E27FC236}">
                <a16:creationId xmlns:a16="http://schemas.microsoft.com/office/drawing/2014/main" id="{1372E63C-3C39-C497-9974-655F8964F6D4}"/>
              </a:ext>
            </a:extLst>
          </p:cNvPr>
          <p:cNvSpPr>
            <a:spLocks noChangeArrowheads="1"/>
          </p:cNvSpPr>
          <p:nvPr/>
        </p:nvSpPr>
        <p:spPr bwMode="auto">
          <a:xfrm>
            <a:off x="170688" y="706950"/>
            <a:ext cx="8741664" cy="178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63525" lvl="0" indent="-263525" algn="l" defTabSz="871538">
              <a:lnSpc>
                <a:spcPct val="90000"/>
              </a:lnSpc>
              <a:spcBef>
                <a:spcPct val="20000"/>
              </a:spcBef>
              <a:buClr>
                <a:srgbClr val="525D7A"/>
              </a:buClr>
              <a:buFont typeface="Wingdings" pitchFamily="2" charset="2"/>
              <a:buChar char="n"/>
            </a:pPr>
            <a:r>
              <a:rPr lang="ja-JP" altLang="en-US" sz="2400" dirty="0"/>
              <a:t>実際の現場での「設計・構築」に近い環境で、顧客からの</a:t>
            </a:r>
            <a:r>
              <a:rPr lang="en-US" altLang="ja-JP" sz="2400" dirty="0"/>
              <a:t>IT</a:t>
            </a:r>
            <a:r>
              <a:rPr lang="ja-JP" altLang="en-US" sz="2400" dirty="0"/>
              <a:t>基盤構築の提案依頼に対しての、</a:t>
            </a:r>
            <a:r>
              <a:rPr lang="en-US" altLang="ja-JP" sz="2400" dirty="0"/>
              <a:t>『</a:t>
            </a:r>
            <a:r>
              <a:rPr lang="ja-JP" altLang="en-US" sz="2400" dirty="0"/>
              <a:t>顧客のニーズを考慮した設計、構築</a:t>
            </a:r>
            <a:r>
              <a:rPr lang="en-US" altLang="ja-JP" sz="2400" dirty="0"/>
              <a:t>』</a:t>
            </a:r>
            <a:r>
              <a:rPr lang="ja-JP" altLang="en-US" sz="2400" dirty="0"/>
              <a:t>の基本を深め、これまでに学習した内容の総まとめとする</a:t>
            </a:r>
          </a:p>
        </p:txBody>
      </p:sp>
      <p:sp>
        <p:nvSpPr>
          <p:cNvPr id="7" name="正方形/長方形 6">
            <a:extLst>
              <a:ext uri="{FF2B5EF4-FFF2-40B4-BE49-F238E27FC236}">
                <a16:creationId xmlns:a16="http://schemas.microsoft.com/office/drawing/2014/main" id="{67ED4E02-FCC1-2E9B-99A9-C65CD0E41559}"/>
              </a:ext>
            </a:extLst>
          </p:cNvPr>
          <p:cNvSpPr/>
          <p:nvPr/>
        </p:nvSpPr>
        <p:spPr>
          <a:xfrm>
            <a:off x="690880" y="4363526"/>
            <a:ext cx="6299200" cy="2108394"/>
          </a:xfrm>
          <a:prstGeom prst="rect">
            <a:avLst/>
          </a:prstGeom>
          <a:solidFill>
            <a:schemeClr val="accent2">
              <a:lumMod val="20000"/>
              <a:lumOff val="8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ja-JP" altLang="en-US" sz="2000" u="sng" dirty="0">
                <a:solidFill>
                  <a:schemeClr val="tx1"/>
                </a:solidFill>
                <a:latin typeface="Meiryo UI" panose="020B0604030504040204" pitchFamily="50" charset="-128"/>
                <a:ea typeface="Meiryo UI" panose="020B0604030504040204" pitchFamily="50" charset="-128"/>
              </a:rPr>
              <a:t>スケジュール例</a:t>
            </a:r>
            <a:endParaRPr kumimoji="1" lang="en-US" altLang="ja-JP" sz="2000" u="sng" dirty="0">
              <a:solidFill>
                <a:schemeClr val="tx1"/>
              </a:solidFill>
              <a:latin typeface="Meiryo UI" panose="020B0604030504040204" pitchFamily="50" charset="-128"/>
              <a:ea typeface="Meiryo UI" panose="020B0604030504040204" pitchFamily="50" charset="-128"/>
            </a:endParaRPr>
          </a:p>
          <a:p>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en-US" altLang="ja-JP" dirty="0">
                <a:solidFill>
                  <a:schemeClr val="tx1"/>
                </a:solidFill>
                <a:latin typeface="Meiryo UI" panose="020B0604030504040204" pitchFamily="50" charset="-128"/>
                <a:ea typeface="Meiryo UI" panose="020B0604030504040204" pitchFamily="50" charset="-128"/>
              </a:rPr>
              <a:t>10:00-11:00</a:t>
            </a:r>
            <a:r>
              <a:rPr kumimoji="1" lang="ja-JP" altLang="en-US" dirty="0">
                <a:solidFill>
                  <a:schemeClr val="tx1"/>
                </a:solidFill>
                <a:latin typeface="Meiryo UI" panose="020B0604030504040204" pitchFamily="50" charset="-128"/>
                <a:ea typeface="Meiryo UI" panose="020B0604030504040204" pitchFamily="50" charset="-128"/>
              </a:rPr>
              <a:t>　</a:t>
            </a:r>
            <a:r>
              <a:rPr kumimoji="1" lang="en-US" altLang="ja-JP" dirty="0">
                <a:solidFill>
                  <a:schemeClr val="tx1"/>
                </a:solidFill>
                <a:latin typeface="Meiryo UI" panose="020B0604030504040204" pitchFamily="50" charset="-128"/>
                <a:ea typeface="Meiryo UI" panose="020B0604030504040204" pitchFamily="50" charset="-128"/>
              </a:rPr>
              <a:t>EIGRP</a:t>
            </a:r>
            <a:r>
              <a:rPr kumimoji="1" lang="ja-JP" altLang="en-US" dirty="0">
                <a:solidFill>
                  <a:schemeClr val="tx1"/>
                </a:solidFill>
                <a:latin typeface="Meiryo UI" panose="020B0604030504040204" pitchFamily="50" charset="-128"/>
                <a:ea typeface="Meiryo UI" panose="020B0604030504040204" pitchFamily="50" charset="-128"/>
              </a:rPr>
              <a:t>の要件理解・</a:t>
            </a:r>
            <a:r>
              <a:rPr kumimoji="1" lang="en-US" altLang="ja-JP" dirty="0">
                <a:solidFill>
                  <a:schemeClr val="tx1"/>
                </a:solidFill>
                <a:latin typeface="Meiryo UI" panose="020B0604030504040204" pitchFamily="50" charset="-128"/>
                <a:ea typeface="Meiryo UI" panose="020B0604030504040204" pitchFamily="50" charset="-128"/>
              </a:rPr>
              <a:t>config</a:t>
            </a:r>
            <a:r>
              <a:rPr kumimoji="1" lang="ja-JP" altLang="en-US" dirty="0">
                <a:solidFill>
                  <a:schemeClr val="tx1"/>
                </a:solidFill>
                <a:latin typeface="Meiryo UI" panose="020B0604030504040204" pitchFamily="50" charset="-128"/>
                <a:ea typeface="Meiryo UI" panose="020B0604030504040204" pitchFamily="50" charset="-128"/>
              </a:rPr>
              <a:t>作成</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en-US" altLang="ja-JP" dirty="0">
                <a:solidFill>
                  <a:schemeClr val="tx1"/>
                </a:solidFill>
                <a:latin typeface="Meiryo UI" panose="020B0604030504040204" pitchFamily="50" charset="-128"/>
                <a:ea typeface="Meiryo UI" panose="020B0604030504040204" pitchFamily="50" charset="-128"/>
              </a:rPr>
              <a:t>11:00-11:10</a:t>
            </a:r>
            <a:r>
              <a:rPr kumimoji="1" lang="ja-JP" altLang="en-US" dirty="0">
                <a:solidFill>
                  <a:schemeClr val="tx1"/>
                </a:solidFill>
                <a:latin typeface="Meiryo UI" panose="020B0604030504040204" pitchFamily="50" charset="-128"/>
                <a:ea typeface="Meiryo UI" panose="020B0604030504040204" pitchFamily="50" charset="-128"/>
              </a:rPr>
              <a:t>　休憩</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en-US" altLang="ja-JP" dirty="0">
                <a:solidFill>
                  <a:schemeClr val="tx1"/>
                </a:solidFill>
                <a:latin typeface="Meiryo UI" panose="020B0604030504040204" pitchFamily="50" charset="-128"/>
                <a:ea typeface="Meiryo UI" panose="020B0604030504040204" pitchFamily="50" charset="-128"/>
              </a:rPr>
              <a:t>11:10-11:25</a:t>
            </a:r>
            <a:r>
              <a:rPr kumimoji="1" lang="ja-JP" altLang="en-US" dirty="0">
                <a:solidFill>
                  <a:schemeClr val="tx1"/>
                </a:solidFill>
                <a:latin typeface="Meiryo UI" panose="020B0604030504040204" pitchFamily="50" charset="-128"/>
                <a:ea typeface="Meiryo UI" panose="020B0604030504040204" pitchFamily="50" charset="-128"/>
              </a:rPr>
              <a:t>　</a:t>
            </a:r>
            <a:r>
              <a:rPr kumimoji="1" lang="en-US" altLang="ja-JP" dirty="0">
                <a:solidFill>
                  <a:schemeClr val="tx1"/>
                </a:solidFill>
                <a:latin typeface="Meiryo UI" panose="020B0604030504040204" pitchFamily="50" charset="-128"/>
                <a:ea typeface="Meiryo UI" panose="020B0604030504040204" pitchFamily="50" charset="-128"/>
              </a:rPr>
              <a:t>EIGRP</a:t>
            </a:r>
            <a:r>
              <a:rPr kumimoji="1" lang="ja-JP" altLang="en-US" dirty="0">
                <a:solidFill>
                  <a:schemeClr val="tx1"/>
                </a:solidFill>
                <a:latin typeface="Meiryo UI" panose="020B0604030504040204" pitchFamily="50" charset="-128"/>
                <a:ea typeface="Meiryo UI" panose="020B0604030504040204" pitchFamily="50" charset="-128"/>
              </a:rPr>
              <a:t>の</a:t>
            </a:r>
            <a:r>
              <a:rPr kumimoji="1" lang="en-US" altLang="ja-JP" dirty="0">
                <a:solidFill>
                  <a:schemeClr val="tx1"/>
                </a:solidFill>
                <a:latin typeface="Meiryo UI" panose="020B0604030504040204" pitchFamily="50" charset="-128"/>
                <a:ea typeface="Meiryo UI" panose="020B0604030504040204" pitchFamily="50" charset="-128"/>
              </a:rPr>
              <a:t>config</a:t>
            </a:r>
            <a:r>
              <a:rPr kumimoji="1" lang="ja-JP" altLang="en-US" dirty="0">
                <a:solidFill>
                  <a:schemeClr val="tx1"/>
                </a:solidFill>
                <a:latin typeface="Meiryo UI" panose="020B0604030504040204" pitchFamily="50" charset="-128"/>
                <a:ea typeface="Meiryo UI" panose="020B0604030504040204" pitchFamily="50" charset="-128"/>
              </a:rPr>
              <a:t>投入・正常性確認</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　　　　　　　　　　　・ネイバーテーブル、ルーティングテーブル、</a:t>
            </a:r>
            <a:r>
              <a:rPr kumimoji="1" lang="en-US" altLang="ja-JP" dirty="0">
                <a:solidFill>
                  <a:schemeClr val="tx1"/>
                </a:solidFill>
                <a:latin typeface="Meiryo UI" panose="020B0604030504040204" pitchFamily="50" charset="-128"/>
                <a:ea typeface="Meiryo UI" panose="020B0604030504040204" pitchFamily="50" charset="-128"/>
              </a:rPr>
              <a:t>ping</a:t>
            </a:r>
          </a:p>
          <a:p>
            <a:r>
              <a:rPr kumimoji="1" lang="en-US" altLang="ja-JP" dirty="0">
                <a:solidFill>
                  <a:schemeClr val="tx1"/>
                </a:solidFill>
                <a:latin typeface="Meiryo UI" panose="020B0604030504040204" pitchFamily="50" charset="-128"/>
                <a:ea typeface="Meiryo UI" panose="020B0604030504040204" pitchFamily="50" charset="-128"/>
              </a:rPr>
              <a:t>11:25-11:40</a:t>
            </a:r>
            <a:r>
              <a:rPr kumimoji="1" lang="ja-JP" altLang="en-US" dirty="0">
                <a:solidFill>
                  <a:schemeClr val="tx1"/>
                </a:solidFill>
                <a:latin typeface="Meiryo UI" panose="020B0604030504040204" pitchFamily="50" charset="-128"/>
                <a:ea typeface="Meiryo UI" panose="020B0604030504040204" pitchFamily="50" charset="-128"/>
              </a:rPr>
              <a:t>　トラブル発生用バッファ</a:t>
            </a:r>
          </a:p>
        </p:txBody>
      </p:sp>
    </p:spTree>
    <p:extLst>
      <p:ext uri="{BB962C8B-B14F-4D97-AF65-F5344CB8AC3E}">
        <p14:creationId xmlns:p14="http://schemas.microsoft.com/office/powerpoint/2010/main" val="16105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D97D39-3130-1834-7205-8D004EDCD62D}"/>
              </a:ext>
            </a:extLst>
          </p:cNvPr>
          <p:cNvSpPr>
            <a:spLocks noGrp="1"/>
          </p:cNvSpPr>
          <p:nvPr>
            <p:ph type="title"/>
          </p:nvPr>
        </p:nvSpPr>
        <p:spPr/>
        <p:txBody>
          <a:bodyPr/>
          <a:lstStyle/>
          <a:p>
            <a:r>
              <a:rPr lang="ja-JP" altLang="en-US" dirty="0"/>
              <a:t>本コースの進め方（</a:t>
            </a:r>
            <a:r>
              <a:rPr lang="en-US" altLang="ja-JP" dirty="0"/>
              <a:t>2/4</a:t>
            </a:r>
            <a:r>
              <a:rPr lang="ja-JP" altLang="en-US" dirty="0"/>
              <a:t>）</a:t>
            </a:r>
            <a:endParaRPr kumimoji="1" lang="ja-JP" altLang="en-US" dirty="0"/>
          </a:p>
        </p:txBody>
      </p:sp>
      <p:sp>
        <p:nvSpPr>
          <p:cNvPr id="3" name="フッター プレースホルダー 2">
            <a:extLst>
              <a:ext uri="{FF2B5EF4-FFF2-40B4-BE49-F238E27FC236}">
                <a16:creationId xmlns:a16="http://schemas.microsoft.com/office/drawing/2014/main" id="{56809A55-C32C-AB54-2991-7858A760FB44}"/>
              </a:ext>
            </a:extLst>
          </p:cNvPr>
          <p:cNvSpPr>
            <a:spLocks noGrp="1"/>
          </p:cNvSpPr>
          <p:nvPr>
            <p:ph type="ftr" sz="quarter" idx="10"/>
          </p:nvPr>
        </p:nvSpPr>
        <p:spPr/>
        <p:txBody>
          <a:bodyPr/>
          <a:lstStyle/>
          <a:p>
            <a:r>
              <a:rPr lang="en-US" altLang="ja-JP"/>
              <a:t>Trainocate Japan, Ltd. All rights reserved.</a:t>
            </a:r>
            <a:endParaRPr lang="en-US" altLang="ja-JP" dirty="0"/>
          </a:p>
        </p:txBody>
      </p:sp>
      <p:sp>
        <p:nvSpPr>
          <p:cNvPr id="4" name="スライド番号プレースホルダー 3">
            <a:extLst>
              <a:ext uri="{FF2B5EF4-FFF2-40B4-BE49-F238E27FC236}">
                <a16:creationId xmlns:a16="http://schemas.microsoft.com/office/drawing/2014/main" id="{B707BAED-A004-B888-BA86-5519DF19B935}"/>
              </a:ext>
            </a:extLst>
          </p:cNvPr>
          <p:cNvSpPr>
            <a:spLocks noGrp="1"/>
          </p:cNvSpPr>
          <p:nvPr>
            <p:ph type="sldNum" sz="quarter" idx="11"/>
          </p:nvPr>
        </p:nvSpPr>
        <p:spPr/>
        <p:txBody>
          <a:bodyPr/>
          <a:lstStyle/>
          <a:p>
            <a:fld id="{46BB8D49-91AB-4BE8-B7F4-8EAFE2BF815D}" type="slidenum">
              <a:rPr kumimoji="1" lang="ja-JP" altLang="en-US" smtClean="0"/>
              <a:pPr/>
              <a:t>4</a:t>
            </a:fld>
            <a:endParaRPr kumimoji="1" lang="ja-JP" altLang="en-US" dirty="0"/>
          </a:p>
        </p:txBody>
      </p:sp>
      <p:sp>
        <p:nvSpPr>
          <p:cNvPr id="5" name="AutoShape 3">
            <a:extLst>
              <a:ext uri="{FF2B5EF4-FFF2-40B4-BE49-F238E27FC236}">
                <a16:creationId xmlns:a16="http://schemas.microsoft.com/office/drawing/2014/main" id="{7973404D-A6AF-107A-23D6-393ADD7EE5AF}"/>
              </a:ext>
            </a:extLst>
          </p:cNvPr>
          <p:cNvSpPr>
            <a:spLocks noChangeArrowheads="1"/>
          </p:cNvSpPr>
          <p:nvPr/>
        </p:nvSpPr>
        <p:spPr bwMode="auto">
          <a:xfrm>
            <a:off x="170688" y="734290"/>
            <a:ext cx="8839200" cy="4482799"/>
          </a:xfrm>
          <a:prstGeom prst="foldedCorner">
            <a:avLst>
              <a:gd name="adj" fmla="val 7995"/>
            </a:avLst>
          </a:prstGeom>
          <a:ln>
            <a:headEnd/>
            <a:tailEnd/>
          </a:ln>
        </p:spPr>
        <p:style>
          <a:lnRef idx="2">
            <a:schemeClr val="accent1"/>
          </a:lnRef>
          <a:fillRef idx="1">
            <a:schemeClr val="lt1"/>
          </a:fillRef>
          <a:effectRef idx="0">
            <a:schemeClr val="accent1"/>
          </a:effectRef>
          <a:fontRef idx="minor">
            <a:schemeClr val="dk1"/>
          </a:fontRef>
        </p:style>
        <p:txBody>
          <a:bodyPr wrap="none" anchor="t"/>
          <a:lstStyle/>
          <a:p>
            <a:pPr algn="l">
              <a:buClr>
                <a:schemeClr val="folHlink"/>
              </a:buClr>
              <a:buFont typeface="Wingdings" pitchFamily="2" charset="2"/>
              <a:buChar char="l"/>
            </a:pPr>
            <a:r>
              <a:rPr lang="ja-JP" altLang="en-US" sz="2400" dirty="0"/>
              <a:t>今回は、</a:t>
            </a:r>
            <a:r>
              <a:rPr lang="ja-JP" altLang="en-US" sz="2400" dirty="0">
                <a:solidFill>
                  <a:srgbClr val="FF0000"/>
                </a:solidFill>
              </a:rPr>
              <a:t>要件に基づいた設計は完了している</a:t>
            </a:r>
            <a:r>
              <a:rPr lang="ja-JP" altLang="en-US" sz="2400" dirty="0"/>
              <a:t>ため、設計書に</a:t>
            </a:r>
            <a:endParaRPr lang="en-US" altLang="ja-JP" sz="2400" dirty="0"/>
          </a:p>
          <a:p>
            <a:pPr algn="l">
              <a:buClr>
                <a:schemeClr val="folHlink"/>
              </a:buClr>
            </a:pPr>
            <a:r>
              <a:rPr lang="ja-JP" altLang="en-US" sz="2400" dirty="0"/>
              <a:t>　記載されている内容を構築し、動作テストを行います</a:t>
            </a:r>
            <a:endParaRPr lang="en-US" altLang="ja-JP" sz="2400" dirty="0"/>
          </a:p>
          <a:p>
            <a:pPr algn="l">
              <a:buClr>
                <a:schemeClr val="folHlink"/>
              </a:buClr>
            </a:pPr>
            <a:endParaRPr lang="en-US" altLang="ja-JP" sz="2400" dirty="0"/>
          </a:p>
          <a:p>
            <a:pPr algn="l">
              <a:buClr>
                <a:schemeClr val="folHlink"/>
              </a:buClr>
              <a:buFont typeface="Wingdings" pitchFamily="2" charset="2"/>
              <a:buChar char="l"/>
            </a:pPr>
            <a:r>
              <a:rPr lang="ja-JP" altLang="en-US" sz="2400" dirty="0"/>
              <a:t>机上での設計とコンフィグの作成が完了するまでは、機材を</a:t>
            </a:r>
            <a:br>
              <a:rPr lang="en-US" altLang="ja-JP" sz="2400" dirty="0"/>
            </a:br>
            <a:r>
              <a:rPr lang="ja-JP" altLang="en-US" sz="2400" dirty="0"/>
              <a:t>　使用した構築作業は行いません</a:t>
            </a:r>
            <a:endParaRPr lang="en-US" altLang="ja-JP" sz="2400" dirty="0"/>
          </a:p>
          <a:p>
            <a:pPr algn="l">
              <a:buClr>
                <a:schemeClr val="folHlink"/>
              </a:buClr>
              <a:buFont typeface="Wingdings" pitchFamily="2" charset="2"/>
              <a:buChar char="l"/>
            </a:pPr>
            <a:endParaRPr lang="en-US" altLang="ja-JP" sz="2400" dirty="0"/>
          </a:p>
          <a:p>
            <a:pPr algn="l">
              <a:buClr>
                <a:schemeClr val="folHlink"/>
              </a:buClr>
              <a:buFont typeface="Wingdings" pitchFamily="2" charset="2"/>
              <a:buChar char="l"/>
            </a:pPr>
            <a:r>
              <a:rPr lang="ja-JP" altLang="en-US" sz="2400" dirty="0"/>
              <a:t>課題内容に関して、他チームとのコミュニケーションは</a:t>
            </a:r>
            <a:br>
              <a:rPr lang="en-US" altLang="ja-JP" sz="2400" dirty="0"/>
            </a:br>
            <a:r>
              <a:rPr lang="ja-JP" altLang="en-US" sz="2400" dirty="0"/>
              <a:t>　ある程度許容しますが、答えをコピーするなどの連携は</a:t>
            </a:r>
            <a:endParaRPr lang="en-US" altLang="ja-JP" sz="2400" dirty="0"/>
          </a:p>
          <a:p>
            <a:pPr algn="l">
              <a:buClr>
                <a:schemeClr val="folHlink"/>
              </a:buClr>
            </a:pPr>
            <a:r>
              <a:rPr lang="ja-JP" altLang="en-US" sz="2400" dirty="0"/>
              <a:t>　禁止です</a:t>
            </a:r>
            <a:endParaRPr lang="en-US" altLang="ja-JP" sz="2400" dirty="0"/>
          </a:p>
          <a:p>
            <a:pPr algn="l">
              <a:buClr>
                <a:schemeClr val="folHlink"/>
              </a:buClr>
              <a:buFont typeface="Wingdings" pitchFamily="2" charset="2"/>
              <a:buChar char="l"/>
            </a:pPr>
            <a:endParaRPr kumimoji="0" lang="en-US" altLang="ja-JP" dirty="0"/>
          </a:p>
          <a:p>
            <a:pPr algn="l">
              <a:buClr>
                <a:schemeClr val="folHlink"/>
              </a:buClr>
              <a:buFont typeface="Wingdings" pitchFamily="2" charset="2"/>
              <a:buChar char="l"/>
            </a:pPr>
            <a:endParaRPr kumimoji="0" lang="en-US" altLang="ja-JP" sz="2400" dirty="0"/>
          </a:p>
        </p:txBody>
      </p:sp>
    </p:spTree>
    <p:extLst>
      <p:ext uri="{BB962C8B-B14F-4D97-AF65-F5344CB8AC3E}">
        <p14:creationId xmlns:p14="http://schemas.microsoft.com/office/powerpoint/2010/main" val="63082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8EDFB5-8C64-95F5-644F-26E75FADB3F8}"/>
              </a:ext>
            </a:extLst>
          </p:cNvPr>
          <p:cNvSpPr>
            <a:spLocks noGrp="1"/>
          </p:cNvSpPr>
          <p:nvPr>
            <p:ph type="title"/>
          </p:nvPr>
        </p:nvSpPr>
        <p:spPr/>
        <p:txBody>
          <a:bodyPr/>
          <a:lstStyle/>
          <a:p>
            <a:r>
              <a:rPr lang="ja-JP" altLang="en-US" dirty="0"/>
              <a:t>本コースの進め方（</a:t>
            </a:r>
            <a:r>
              <a:rPr lang="en-US" altLang="ja-JP" dirty="0"/>
              <a:t>3/4</a:t>
            </a:r>
            <a:r>
              <a:rPr lang="ja-JP" altLang="en-US" dirty="0"/>
              <a:t>）</a:t>
            </a:r>
            <a:endParaRPr kumimoji="1" lang="ja-JP" altLang="en-US" dirty="0"/>
          </a:p>
        </p:txBody>
      </p:sp>
      <p:sp>
        <p:nvSpPr>
          <p:cNvPr id="3" name="フッター プレースホルダー 2">
            <a:extLst>
              <a:ext uri="{FF2B5EF4-FFF2-40B4-BE49-F238E27FC236}">
                <a16:creationId xmlns:a16="http://schemas.microsoft.com/office/drawing/2014/main" id="{1B63ADF8-FF91-0739-ACE8-6E42E9DF26F2}"/>
              </a:ext>
            </a:extLst>
          </p:cNvPr>
          <p:cNvSpPr>
            <a:spLocks noGrp="1"/>
          </p:cNvSpPr>
          <p:nvPr>
            <p:ph type="ftr" sz="quarter" idx="10"/>
          </p:nvPr>
        </p:nvSpPr>
        <p:spPr/>
        <p:txBody>
          <a:bodyPr/>
          <a:lstStyle/>
          <a:p>
            <a:r>
              <a:rPr lang="en-US" altLang="ja-JP"/>
              <a:t>Trainocate Japan, Ltd. All rights reserved.</a:t>
            </a:r>
            <a:endParaRPr lang="en-US" altLang="ja-JP" dirty="0"/>
          </a:p>
        </p:txBody>
      </p:sp>
      <p:sp>
        <p:nvSpPr>
          <p:cNvPr id="4" name="スライド番号プレースホルダー 3">
            <a:extLst>
              <a:ext uri="{FF2B5EF4-FFF2-40B4-BE49-F238E27FC236}">
                <a16:creationId xmlns:a16="http://schemas.microsoft.com/office/drawing/2014/main" id="{2A5AF300-415F-0FDC-C9B6-9B555AD060DA}"/>
              </a:ext>
            </a:extLst>
          </p:cNvPr>
          <p:cNvSpPr>
            <a:spLocks noGrp="1"/>
          </p:cNvSpPr>
          <p:nvPr>
            <p:ph type="sldNum" sz="quarter" idx="11"/>
          </p:nvPr>
        </p:nvSpPr>
        <p:spPr/>
        <p:txBody>
          <a:bodyPr/>
          <a:lstStyle/>
          <a:p>
            <a:fld id="{46BB8D49-91AB-4BE8-B7F4-8EAFE2BF815D}" type="slidenum">
              <a:rPr kumimoji="1" lang="ja-JP" altLang="en-US" smtClean="0"/>
              <a:pPr/>
              <a:t>5</a:t>
            </a:fld>
            <a:endParaRPr kumimoji="1" lang="ja-JP" altLang="en-US" dirty="0"/>
          </a:p>
        </p:txBody>
      </p:sp>
      <p:sp>
        <p:nvSpPr>
          <p:cNvPr id="5" name="AutoShape 3">
            <a:extLst>
              <a:ext uri="{FF2B5EF4-FFF2-40B4-BE49-F238E27FC236}">
                <a16:creationId xmlns:a16="http://schemas.microsoft.com/office/drawing/2014/main" id="{8B2F7359-DCCF-8115-178E-88CE96569069}"/>
              </a:ext>
            </a:extLst>
          </p:cNvPr>
          <p:cNvSpPr>
            <a:spLocks noChangeArrowheads="1"/>
          </p:cNvSpPr>
          <p:nvPr/>
        </p:nvSpPr>
        <p:spPr bwMode="auto">
          <a:xfrm>
            <a:off x="170688" y="756566"/>
            <a:ext cx="8741664" cy="5742846"/>
          </a:xfrm>
          <a:prstGeom prst="foldedCorner">
            <a:avLst>
              <a:gd name="adj" fmla="val 7995"/>
            </a:avLst>
          </a:prstGeom>
          <a:ln>
            <a:headEnd/>
            <a:tailEnd/>
          </a:ln>
        </p:spPr>
        <p:style>
          <a:lnRef idx="2">
            <a:schemeClr val="accent1"/>
          </a:lnRef>
          <a:fillRef idx="1">
            <a:schemeClr val="lt1"/>
          </a:fillRef>
          <a:effectRef idx="0">
            <a:schemeClr val="accent1"/>
          </a:effectRef>
          <a:fontRef idx="minor">
            <a:schemeClr val="dk1"/>
          </a:fontRef>
        </p:style>
        <p:txBody>
          <a:bodyPr wrap="none" anchor="t"/>
          <a:lstStyle/>
          <a:p>
            <a:pPr algn="l">
              <a:buClr>
                <a:schemeClr val="folHlink"/>
              </a:buClr>
              <a:buFont typeface="Wingdings" pitchFamily="2" charset="2"/>
              <a:buChar char="l"/>
            </a:pPr>
            <a:r>
              <a:rPr lang="ja-JP" altLang="en-US" sz="2400" dirty="0"/>
              <a:t>チーム内で、下記項目について合意してからコンフィグの</a:t>
            </a:r>
            <a:endParaRPr lang="en-US" altLang="ja-JP" sz="2400" dirty="0"/>
          </a:p>
          <a:p>
            <a:pPr algn="l">
              <a:buClr>
                <a:schemeClr val="folHlink"/>
              </a:buClr>
            </a:pPr>
            <a:r>
              <a:rPr lang="ja-JP" altLang="en-US" sz="2400" dirty="0"/>
              <a:t>　作成や投入を開始してください</a:t>
            </a:r>
            <a:endParaRPr lang="en-US" altLang="ja-JP" sz="2400" dirty="0"/>
          </a:p>
          <a:p>
            <a:pPr algn="l">
              <a:buClr>
                <a:schemeClr val="folHlink"/>
              </a:buClr>
            </a:pPr>
            <a:r>
              <a:rPr lang="ja-JP" altLang="en-US" sz="2400" dirty="0"/>
              <a:t>　①課題の理解</a:t>
            </a:r>
            <a:endParaRPr lang="en-US" altLang="ja-JP" sz="2400" dirty="0"/>
          </a:p>
          <a:p>
            <a:pPr algn="l">
              <a:buClr>
                <a:schemeClr val="folHlink"/>
              </a:buClr>
            </a:pPr>
            <a:r>
              <a:rPr lang="ja-JP" altLang="en-US" sz="2400" dirty="0"/>
              <a:t>　②求められる機能の理解</a:t>
            </a:r>
            <a:br>
              <a:rPr lang="en-US" altLang="ja-JP" sz="2400" dirty="0"/>
            </a:br>
            <a:r>
              <a:rPr lang="ja-JP" altLang="en-US" sz="2400" dirty="0"/>
              <a:t>　③設定方法の理解</a:t>
            </a:r>
            <a:endParaRPr lang="en-US" altLang="ja-JP" sz="2400" dirty="0"/>
          </a:p>
          <a:p>
            <a:pPr algn="l">
              <a:buClr>
                <a:schemeClr val="folHlink"/>
              </a:buClr>
            </a:pPr>
            <a:endParaRPr lang="en-US" altLang="ja-JP" sz="2400" dirty="0"/>
          </a:p>
          <a:p>
            <a:pPr marL="285750" indent="-285750">
              <a:buClr>
                <a:schemeClr val="folHlink"/>
              </a:buClr>
              <a:buFont typeface="Wingdings" panose="05000000000000000000" pitchFamily="2" charset="2"/>
              <a:buChar char="l"/>
            </a:pPr>
            <a:r>
              <a:rPr lang="ja-JP" altLang="en-US" sz="2000" dirty="0"/>
              <a:t>理解が不十分なトピックがあれば、その場で復習してください</a:t>
            </a:r>
            <a:endParaRPr lang="en-US" altLang="ja-JP" sz="2000" dirty="0"/>
          </a:p>
          <a:p>
            <a:pPr marL="742950" lvl="1" indent="-285750">
              <a:buClr>
                <a:schemeClr val="folHlink"/>
              </a:buClr>
              <a:buFont typeface="Wingdings" panose="05000000000000000000" pitchFamily="2" charset="2"/>
              <a:buChar char="l"/>
            </a:pPr>
            <a:r>
              <a:rPr lang="ja-JP" altLang="en-US" sz="2000" dirty="0"/>
              <a:t>復習には</a:t>
            </a:r>
            <a:r>
              <a:rPr lang="en-US" altLang="ja-JP" sz="2000" dirty="0"/>
              <a:t>CCNA/CCNP</a:t>
            </a:r>
            <a:r>
              <a:rPr lang="ja-JP" altLang="en-US" sz="2000" dirty="0"/>
              <a:t>の研修テキストを使用しても構いません</a:t>
            </a:r>
            <a:endParaRPr lang="en-US" altLang="ja-JP" sz="2000" dirty="0"/>
          </a:p>
          <a:p>
            <a:pPr marL="742950" lvl="1" indent="-285750">
              <a:buClr>
                <a:schemeClr val="folHlink"/>
              </a:buClr>
              <a:buFont typeface="Wingdings" panose="05000000000000000000" pitchFamily="2" charset="2"/>
              <a:buChar char="l"/>
            </a:pPr>
            <a:r>
              <a:rPr lang="ja-JP" altLang="en-US" sz="2000" dirty="0"/>
              <a:t>理解が曖昧なまま作業を進めてしまうと、後で支障が出ます</a:t>
            </a:r>
            <a:endParaRPr lang="en-US" altLang="ja-JP" sz="2000" dirty="0"/>
          </a:p>
          <a:p>
            <a:pPr marL="285750" indent="-285750">
              <a:buClr>
                <a:schemeClr val="folHlink"/>
              </a:buClr>
              <a:buFont typeface="Wingdings" panose="05000000000000000000" pitchFamily="2" charset="2"/>
              <a:buChar char="l"/>
            </a:pPr>
            <a:r>
              <a:rPr lang="ja-JP" altLang="en-US" sz="2000" dirty="0"/>
              <a:t>本研修では</a:t>
            </a:r>
            <a:r>
              <a:rPr lang="en-US" altLang="ja-JP" sz="2000" dirty="0"/>
              <a:t>CCIE</a:t>
            </a:r>
            <a:r>
              <a:rPr lang="ja-JP" altLang="en-US" sz="2000" dirty="0"/>
              <a:t>の準備も含めます。設定方法を調査する場合は、</a:t>
            </a:r>
            <a:br>
              <a:rPr lang="en-US" altLang="ja-JP" sz="2000" dirty="0"/>
            </a:br>
            <a:r>
              <a:rPr lang="ja-JP" altLang="en-US" sz="2000" dirty="0"/>
              <a:t>できるだけ、</a:t>
            </a:r>
            <a:r>
              <a:rPr lang="en-US" altLang="ja-JP" sz="2000" dirty="0">
                <a:solidFill>
                  <a:srgbClr val="FF0000"/>
                </a:solidFill>
              </a:rPr>
              <a:t>Cisco</a:t>
            </a:r>
            <a:r>
              <a:rPr lang="ja-JP" altLang="en-US" sz="2000" dirty="0">
                <a:solidFill>
                  <a:srgbClr val="FF0000"/>
                </a:solidFill>
              </a:rPr>
              <a:t>のドキュメント</a:t>
            </a:r>
            <a:r>
              <a:rPr lang="ja-JP" altLang="en-US" sz="2000" dirty="0"/>
              <a:t>を参照してください</a:t>
            </a:r>
            <a:endParaRPr lang="en-US" altLang="ja-JP" sz="2000" dirty="0"/>
          </a:p>
          <a:p>
            <a:pPr marL="285750" indent="-285750">
              <a:buClr>
                <a:schemeClr val="folHlink"/>
              </a:buClr>
              <a:buFont typeface="Wingdings" panose="05000000000000000000" pitchFamily="2" charset="2"/>
              <a:buChar char="l"/>
            </a:pPr>
            <a:r>
              <a:rPr lang="ja-JP" altLang="en-US" sz="2000" dirty="0"/>
              <a:t>コマンドを確認する際、</a:t>
            </a:r>
            <a:r>
              <a:rPr lang="ja-JP" altLang="en-US" sz="2000" dirty="0">
                <a:solidFill>
                  <a:srgbClr val="FF0000"/>
                </a:solidFill>
              </a:rPr>
              <a:t>実際に機器を起動してヘルプを参照</a:t>
            </a:r>
            <a:r>
              <a:rPr lang="ja-JP" altLang="en-US" sz="2000" dirty="0"/>
              <a:t>すること</a:t>
            </a:r>
            <a:endParaRPr lang="en-US" altLang="ja-JP" sz="2000" dirty="0"/>
          </a:p>
          <a:p>
            <a:pPr>
              <a:buClr>
                <a:schemeClr val="folHlink"/>
              </a:buClr>
            </a:pPr>
            <a:r>
              <a:rPr lang="ja-JP" altLang="en-US" sz="2000" dirty="0"/>
              <a:t>　もできます</a:t>
            </a:r>
            <a:endParaRPr lang="en-US" altLang="ja-JP" sz="2000" dirty="0"/>
          </a:p>
        </p:txBody>
      </p:sp>
    </p:spTree>
    <p:extLst>
      <p:ext uri="{BB962C8B-B14F-4D97-AF65-F5344CB8AC3E}">
        <p14:creationId xmlns:p14="http://schemas.microsoft.com/office/powerpoint/2010/main" val="115161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63FF5D-D96E-3C3D-1AC7-5DAD57DB2D6E}"/>
              </a:ext>
            </a:extLst>
          </p:cNvPr>
          <p:cNvSpPr>
            <a:spLocks noGrp="1"/>
          </p:cNvSpPr>
          <p:nvPr>
            <p:ph type="title"/>
          </p:nvPr>
        </p:nvSpPr>
        <p:spPr/>
        <p:txBody>
          <a:bodyPr/>
          <a:lstStyle/>
          <a:p>
            <a:r>
              <a:rPr lang="ja-JP" altLang="en-US" dirty="0"/>
              <a:t>本コースの進め方（</a:t>
            </a:r>
            <a:r>
              <a:rPr lang="en-US" altLang="ja-JP" dirty="0"/>
              <a:t>4/4</a:t>
            </a:r>
            <a:r>
              <a:rPr lang="ja-JP" altLang="en-US" dirty="0"/>
              <a:t>）</a:t>
            </a:r>
            <a:endParaRPr kumimoji="1" lang="ja-JP" altLang="en-US" dirty="0"/>
          </a:p>
        </p:txBody>
      </p:sp>
      <p:sp>
        <p:nvSpPr>
          <p:cNvPr id="3" name="フッター プレースホルダー 2">
            <a:extLst>
              <a:ext uri="{FF2B5EF4-FFF2-40B4-BE49-F238E27FC236}">
                <a16:creationId xmlns:a16="http://schemas.microsoft.com/office/drawing/2014/main" id="{B2E55DCB-002E-5CE2-3593-7821ACFD5C4A}"/>
              </a:ext>
            </a:extLst>
          </p:cNvPr>
          <p:cNvSpPr>
            <a:spLocks noGrp="1"/>
          </p:cNvSpPr>
          <p:nvPr>
            <p:ph type="ftr" sz="quarter" idx="10"/>
          </p:nvPr>
        </p:nvSpPr>
        <p:spPr/>
        <p:txBody>
          <a:bodyPr/>
          <a:lstStyle/>
          <a:p>
            <a:r>
              <a:rPr lang="en-US" altLang="ja-JP"/>
              <a:t>Trainocate Japan, Ltd. All rights reserved.</a:t>
            </a:r>
            <a:endParaRPr lang="en-US" altLang="ja-JP" dirty="0"/>
          </a:p>
        </p:txBody>
      </p:sp>
      <p:sp>
        <p:nvSpPr>
          <p:cNvPr id="4" name="スライド番号プレースホルダー 3">
            <a:extLst>
              <a:ext uri="{FF2B5EF4-FFF2-40B4-BE49-F238E27FC236}">
                <a16:creationId xmlns:a16="http://schemas.microsoft.com/office/drawing/2014/main" id="{55241F55-5BDA-4E20-0B72-4D2A82B594AA}"/>
              </a:ext>
            </a:extLst>
          </p:cNvPr>
          <p:cNvSpPr>
            <a:spLocks noGrp="1"/>
          </p:cNvSpPr>
          <p:nvPr>
            <p:ph type="sldNum" sz="quarter" idx="11"/>
          </p:nvPr>
        </p:nvSpPr>
        <p:spPr/>
        <p:txBody>
          <a:bodyPr/>
          <a:lstStyle/>
          <a:p>
            <a:fld id="{46BB8D49-91AB-4BE8-B7F4-8EAFE2BF815D}" type="slidenum">
              <a:rPr kumimoji="1" lang="ja-JP" altLang="en-US" smtClean="0"/>
              <a:pPr/>
              <a:t>6</a:t>
            </a:fld>
            <a:endParaRPr kumimoji="1" lang="ja-JP" altLang="en-US" dirty="0"/>
          </a:p>
        </p:txBody>
      </p:sp>
      <p:sp>
        <p:nvSpPr>
          <p:cNvPr id="5" name="AutoShape 3">
            <a:extLst>
              <a:ext uri="{FF2B5EF4-FFF2-40B4-BE49-F238E27FC236}">
                <a16:creationId xmlns:a16="http://schemas.microsoft.com/office/drawing/2014/main" id="{9AF4E71F-89AA-EB59-E41D-C0B85E821501}"/>
              </a:ext>
            </a:extLst>
          </p:cNvPr>
          <p:cNvSpPr>
            <a:spLocks noChangeArrowheads="1"/>
          </p:cNvSpPr>
          <p:nvPr/>
        </p:nvSpPr>
        <p:spPr bwMode="auto">
          <a:xfrm>
            <a:off x="170688" y="756566"/>
            <a:ext cx="8741664" cy="5742846"/>
          </a:xfrm>
          <a:prstGeom prst="foldedCorner">
            <a:avLst>
              <a:gd name="adj" fmla="val 7995"/>
            </a:avLst>
          </a:prstGeom>
          <a:ln>
            <a:headEnd/>
            <a:tailEnd/>
          </a:ln>
        </p:spPr>
        <p:style>
          <a:lnRef idx="2">
            <a:schemeClr val="accent1"/>
          </a:lnRef>
          <a:fillRef idx="1">
            <a:schemeClr val="lt1"/>
          </a:fillRef>
          <a:effectRef idx="0">
            <a:schemeClr val="accent1"/>
          </a:effectRef>
          <a:fontRef idx="minor">
            <a:schemeClr val="dk1"/>
          </a:fontRef>
        </p:style>
        <p:txBody>
          <a:bodyPr wrap="none" anchor="t"/>
          <a:lstStyle/>
          <a:p>
            <a:pPr algn="l">
              <a:buClr>
                <a:schemeClr val="folHlink"/>
              </a:buClr>
              <a:buFont typeface="Wingdings" pitchFamily="2" charset="2"/>
              <a:buChar char="l"/>
            </a:pPr>
            <a:r>
              <a:rPr lang="ja-JP" altLang="en-US" sz="2400" dirty="0"/>
              <a:t>本研修は、実際の現場の作業フローに沿って実施します</a:t>
            </a:r>
            <a:endParaRPr lang="en-US" altLang="ja-JP" sz="2400" dirty="0"/>
          </a:p>
          <a:p>
            <a:pPr marL="914400" lvl="1" indent="-457200" algn="l">
              <a:buClr>
                <a:schemeClr val="folHlink"/>
              </a:buClr>
              <a:buFont typeface="+mj-ea"/>
              <a:buAutoNum type="circleNumDbPlain"/>
            </a:pPr>
            <a:r>
              <a:rPr lang="ja-JP" altLang="en-US" dirty="0"/>
              <a:t>機器準備→ラックマウント→ケーブリング</a:t>
            </a:r>
            <a:endParaRPr lang="en-US" altLang="ja-JP" dirty="0"/>
          </a:p>
          <a:p>
            <a:pPr marL="914400" lvl="1" indent="-457200" algn="l">
              <a:buClr>
                <a:schemeClr val="folHlink"/>
              </a:buClr>
              <a:buFont typeface="+mj-ea"/>
              <a:buAutoNum type="circleNumDbPlain"/>
            </a:pPr>
            <a:r>
              <a:rPr lang="ja-JP" altLang="en-US" dirty="0"/>
              <a:t>設定→動作確認→通信試験→トラブルシューティング→完了</a:t>
            </a:r>
            <a:endParaRPr lang="en-US" altLang="ja-JP" dirty="0"/>
          </a:p>
          <a:p>
            <a:pPr marL="800100" lvl="1" indent="-342900" algn="l">
              <a:buClr>
                <a:schemeClr val="folHlink"/>
              </a:buClr>
              <a:buFont typeface="Wingdings" panose="05000000000000000000" pitchFamily="2" charset="2"/>
              <a:buChar char="n"/>
            </a:pPr>
            <a:r>
              <a:rPr lang="ja-JP" altLang="en-US" dirty="0"/>
              <a:t>机上での設計とコンフィグの作成の完了後、上記の作業を開始します</a:t>
            </a:r>
            <a:endParaRPr lang="en-US" altLang="ja-JP" dirty="0"/>
          </a:p>
          <a:p>
            <a:pPr marL="800100" lvl="1" indent="-342900" algn="l">
              <a:buClr>
                <a:schemeClr val="folHlink"/>
              </a:buClr>
              <a:buFont typeface="Wingdings" panose="05000000000000000000" pitchFamily="2" charset="2"/>
              <a:buChar char="n"/>
            </a:pPr>
            <a:endParaRPr lang="en-US" altLang="ja-JP" dirty="0"/>
          </a:p>
          <a:p>
            <a:pPr marL="342900" indent="-342900">
              <a:buClr>
                <a:schemeClr val="folHlink"/>
              </a:buClr>
              <a:buFont typeface="Wingdings" panose="05000000000000000000" pitchFamily="2" charset="2"/>
              <a:buChar char="l"/>
            </a:pPr>
            <a:r>
              <a:rPr lang="ja-JP" altLang="en-US" sz="2400" dirty="0"/>
              <a:t>動作テストで「通信断が長い」などの改善を検討したい点</a:t>
            </a:r>
            <a:endParaRPr lang="en-US" altLang="ja-JP" sz="2400" dirty="0"/>
          </a:p>
          <a:p>
            <a:pPr>
              <a:buClr>
                <a:schemeClr val="folHlink"/>
              </a:buClr>
            </a:pPr>
            <a:r>
              <a:rPr lang="ja-JP" altLang="en-US" sz="2400" dirty="0"/>
              <a:t>　があった場合、</a:t>
            </a:r>
            <a:r>
              <a:rPr lang="ja-JP" altLang="en-US" sz="2400" dirty="0">
                <a:solidFill>
                  <a:srgbClr val="FF0000"/>
                </a:solidFill>
              </a:rPr>
              <a:t>メモを残し最後まで到達したら検討する</a:t>
            </a:r>
            <a:r>
              <a:rPr lang="ja-JP" altLang="en-US" sz="2400" dirty="0"/>
              <a:t>よ</a:t>
            </a:r>
            <a:endParaRPr lang="en-US" altLang="ja-JP" sz="2400" dirty="0"/>
          </a:p>
          <a:p>
            <a:pPr>
              <a:buClr>
                <a:schemeClr val="folHlink"/>
              </a:buClr>
            </a:pPr>
            <a:r>
              <a:rPr lang="ja-JP" altLang="en-US" sz="2400" dirty="0"/>
              <a:t>　うにします</a:t>
            </a:r>
            <a:endParaRPr lang="en-US" altLang="ja-JP" sz="2400" dirty="0"/>
          </a:p>
          <a:p>
            <a:pPr marL="800100" lvl="1" indent="-342900">
              <a:buClr>
                <a:schemeClr val="folHlink"/>
              </a:buClr>
              <a:buFont typeface="Wingdings" panose="05000000000000000000" pitchFamily="2" charset="2"/>
              <a:buChar char="n"/>
            </a:pPr>
            <a:r>
              <a:rPr lang="ja-JP" altLang="en-US" dirty="0"/>
              <a:t>構築を完了させることの優先度を高めとします</a:t>
            </a:r>
            <a:endParaRPr lang="en-US" altLang="ja-JP" sz="2400" dirty="0"/>
          </a:p>
        </p:txBody>
      </p:sp>
    </p:spTree>
    <p:extLst>
      <p:ext uri="{BB962C8B-B14F-4D97-AF65-F5344CB8AC3E}">
        <p14:creationId xmlns:p14="http://schemas.microsoft.com/office/powerpoint/2010/main" val="788911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3D4B6E-CA97-AFC2-9F76-3DFC050F44A5}"/>
              </a:ext>
            </a:extLst>
          </p:cNvPr>
          <p:cNvSpPr>
            <a:spLocks noGrp="1"/>
          </p:cNvSpPr>
          <p:nvPr>
            <p:ph type="title"/>
          </p:nvPr>
        </p:nvSpPr>
        <p:spPr/>
        <p:txBody>
          <a:bodyPr/>
          <a:lstStyle/>
          <a:p>
            <a:r>
              <a:rPr lang="ja-JP" altLang="en-US" dirty="0"/>
              <a:t>演習機器（</a:t>
            </a:r>
            <a:r>
              <a:rPr lang="en-US" altLang="ja-JP" dirty="0"/>
              <a:t>1</a:t>
            </a:r>
            <a:r>
              <a:rPr lang="ja-JP" altLang="en-US" dirty="0"/>
              <a:t>グループの必要機材）</a:t>
            </a:r>
            <a:endParaRPr kumimoji="1" lang="ja-JP" altLang="en-US" dirty="0"/>
          </a:p>
        </p:txBody>
      </p:sp>
      <p:sp>
        <p:nvSpPr>
          <p:cNvPr id="3" name="コンテンツ プレースホルダー 2">
            <a:extLst>
              <a:ext uri="{FF2B5EF4-FFF2-40B4-BE49-F238E27FC236}">
                <a16:creationId xmlns:a16="http://schemas.microsoft.com/office/drawing/2014/main" id="{3F6A9A61-3F8A-A7F5-BE8A-99CDBA17F9FA}"/>
              </a:ext>
            </a:extLst>
          </p:cNvPr>
          <p:cNvSpPr>
            <a:spLocks noGrp="1"/>
          </p:cNvSpPr>
          <p:nvPr>
            <p:ph idx="1"/>
          </p:nvPr>
        </p:nvSpPr>
        <p:spPr>
          <a:solidFill>
            <a:schemeClr val="accent6">
              <a:lumMod val="20000"/>
              <a:lumOff val="80000"/>
            </a:schemeClr>
          </a:solidFill>
        </p:spPr>
        <p:txBody>
          <a:bodyPr/>
          <a:lstStyle/>
          <a:p>
            <a:pPr marL="0" indent="0">
              <a:buNone/>
            </a:pPr>
            <a:r>
              <a:rPr lang="ja-JP" altLang="en-US" dirty="0"/>
              <a:t>＜拠点</a:t>
            </a:r>
            <a:r>
              <a:rPr lang="en-US" altLang="ja-JP" dirty="0"/>
              <a:t>1</a:t>
            </a:r>
            <a:r>
              <a:rPr lang="ja-JP" altLang="en-US" dirty="0"/>
              <a:t>機器＞</a:t>
            </a:r>
            <a:endParaRPr lang="en-US" altLang="ja-JP" dirty="0"/>
          </a:p>
          <a:p>
            <a:r>
              <a:rPr lang="en-US" altLang="ja-JP" dirty="0"/>
              <a:t>L2</a:t>
            </a:r>
            <a:r>
              <a:rPr lang="ja-JP" altLang="en-US" dirty="0"/>
              <a:t>スイッチ（</a:t>
            </a:r>
            <a:r>
              <a:rPr lang="en-US" altLang="ja-JP" dirty="0"/>
              <a:t>2960</a:t>
            </a:r>
            <a:r>
              <a:rPr lang="ja-JP" altLang="en-US" dirty="0"/>
              <a:t>）：</a:t>
            </a:r>
            <a:r>
              <a:rPr lang="en-US" altLang="ja-JP" dirty="0"/>
              <a:t>3</a:t>
            </a:r>
            <a:r>
              <a:rPr lang="ja-JP" altLang="en-US" dirty="0"/>
              <a:t>台</a:t>
            </a:r>
            <a:endParaRPr lang="en-US" altLang="ja-JP" dirty="0"/>
          </a:p>
          <a:p>
            <a:r>
              <a:rPr lang="en-US" altLang="ja-JP" dirty="0"/>
              <a:t>L3</a:t>
            </a:r>
            <a:r>
              <a:rPr lang="ja-JP" altLang="en-US" dirty="0"/>
              <a:t>スイッチ（</a:t>
            </a:r>
            <a:r>
              <a:rPr lang="en-US" altLang="ja-JP" dirty="0"/>
              <a:t>3750</a:t>
            </a:r>
            <a:r>
              <a:rPr lang="ja-JP" altLang="en-US" dirty="0"/>
              <a:t>）：</a:t>
            </a:r>
            <a:r>
              <a:rPr lang="en-US" altLang="ja-JP" dirty="0"/>
              <a:t>2</a:t>
            </a:r>
            <a:r>
              <a:rPr lang="ja-JP" altLang="en-US" dirty="0"/>
              <a:t>台</a:t>
            </a:r>
            <a:endParaRPr lang="en-US" altLang="ja-JP" dirty="0"/>
          </a:p>
          <a:p>
            <a:r>
              <a:rPr lang="en-US" altLang="ja-JP" dirty="0"/>
              <a:t>L3</a:t>
            </a:r>
            <a:r>
              <a:rPr lang="ja-JP" altLang="en-US" dirty="0"/>
              <a:t>スイッチ（</a:t>
            </a:r>
            <a:r>
              <a:rPr lang="en-US" altLang="ja-JP" dirty="0"/>
              <a:t>3560</a:t>
            </a:r>
            <a:r>
              <a:rPr lang="ja-JP" altLang="en-US" dirty="0"/>
              <a:t>）：</a:t>
            </a:r>
            <a:r>
              <a:rPr lang="en-US" altLang="ja-JP" dirty="0"/>
              <a:t>2</a:t>
            </a:r>
            <a:r>
              <a:rPr lang="ja-JP" altLang="en-US" dirty="0"/>
              <a:t>台</a:t>
            </a:r>
            <a:endParaRPr lang="en-US" altLang="ja-JP" dirty="0"/>
          </a:p>
          <a:p>
            <a:r>
              <a:rPr lang="ja-JP" altLang="en-US" dirty="0"/>
              <a:t>ルータ：</a:t>
            </a:r>
            <a:r>
              <a:rPr lang="en-US" altLang="ja-JP" dirty="0"/>
              <a:t>2</a:t>
            </a:r>
            <a:r>
              <a:rPr lang="ja-JP" altLang="en-US" dirty="0"/>
              <a:t>台</a:t>
            </a:r>
            <a:endParaRPr lang="en-US" altLang="ja-JP" dirty="0"/>
          </a:p>
          <a:p>
            <a:r>
              <a:rPr lang="en-US" altLang="ja-JP" dirty="0"/>
              <a:t>PC3</a:t>
            </a:r>
            <a:r>
              <a:rPr lang="ja-JP" altLang="en-US" dirty="0"/>
              <a:t>台（</a:t>
            </a:r>
            <a:r>
              <a:rPr lang="en-US" altLang="ja-JP" dirty="0"/>
              <a:t>1</a:t>
            </a:r>
            <a:r>
              <a:rPr lang="ja-JP" altLang="en-US" dirty="0"/>
              <a:t>台：監視サーバー、</a:t>
            </a:r>
            <a:r>
              <a:rPr lang="en-US" altLang="ja-JP" dirty="0"/>
              <a:t>2</a:t>
            </a:r>
            <a:r>
              <a:rPr lang="ja-JP" altLang="en-US" dirty="0"/>
              <a:t>台：クライアント）</a:t>
            </a:r>
            <a:endParaRPr lang="en-US" altLang="ja-JP" dirty="0"/>
          </a:p>
          <a:p>
            <a:endParaRPr lang="en-US" altLang="ja-JP" dirty="0"/>
          </a:p>
          <a:p>
            <a:pPr marL="0" indent="0">
              <a:buNone/>
            </a:pPr>
            <a:r>
              <a:rPr lang="ja-JP" altLang="en-US" dirty="0"/>
              <a:t>＜バックボーン機器＞</a:t>
            </a:r>
            <a:endParaRPr lang="en-US" altLang="ja-JP" dirty="0"/>
          </a:p>
          <a:p>
            <a:r>
              <a:rPr lang="en-US" altLang="ja-JP" dirty="0"/>
              <a:t>L3</a:t>
            </a:r>
            <a:r>
              <a:rPr lang="ja-JP" altLang="en-US" dirty="0"/>
              <a:t>スイッチ（</a:t>
            </a:r>
            <a:r>
              <a:rPr lang="en-US" altLang="ja-JP" dirty="0"/>
              <a:t>3560</a:t>
            </a:r>
            <a:r>
              <a:rPr lang="ja-JP" altLang="en-US" dirty="0"/>
              <a:t>）：</a:t>
            </a:r>
            <a:r>
              <a:rPr lang="en-US" altLang="ja-JP" dirty="0"/>
              <a:t>1</a:t>
            </a:r>
            <a:r>
              <a:rPr lang="ja-JP" altLang="en-US" dirty="0"/>
              <a:t>台</a:t>
            </a:r>
            <a:endParaRPr kumimoji="1" lang="ja-JP" altLang="en-US" dirty="0"/>
          </a:p>
        </p:txBody>
      </p:sp>
      <p:sp>
        <p:nvSpPr>
          <p:cNvPr id="4" name="スライド番号プレースホルダー 3">
            <a:extLst>
              <a:ext uri="{FF2B5EF4-FFF2-40B4-BE49-F238E27FC236}">
                <a16:creationId xmlns:a16="http://schemas.microsoft.com/office/drawing/2014/main" id="{20B8D83E-5245-2C7D-D526-577461262041}"/>
              </a:ext>
            </a:extLst>
          </p:cNvPr>
          <p:cNvSpPr>
            <a:spLocks noGrp="1"/>
          </p:cNvSpPr>
          <p:nvPr>
            <p:ph type="sldNum" sz="quarter" idx="10"/>
          </p:nvPr>
        </p:nvSpPr>
        <p:spPr/>
        <p:txBody>
          <a:bodyPr/>
          <a:lstStyle/>
          <a:p>
            <a:pPr>
              <a:defRPr/>
            </a:pPr>
            <a:fld id="{317FD5BC-56C6-4791-9AE8-E48ACCBD4B05}" type="slidenum">
              <a:rPr lang="ja-JP" altLang="en-US" smtClean="0"/>
              <a:pPr>
                <a:defRPr/>
              </a:pPr>
              <a:t>7</a:t>
            </a:fld>
            <a:endParaRPr lang="en-US" altLang="ja-JP" dirty="0"/>
          </a:p>
        </p:txBody>
      </p:sp>
    </p:spTree>
    <p:extLst>
      <p:ext uri="{BB962C8B-B14F-4D97-AF65-F5344CB8AC3E}">
        <p14:creationId xmlns:p14="http://schemas.microsoft.com/office/powerpoint/2010/main" val="2290479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F032A-93C0-53D0-8525-DB285BE564E6}"/>
              </a:ext>
            </a:extLst>
          </p:cNvPr>
          <p:cNvSpPr>
            <a:spLocks noGrp="1"/>
          </p:cNvSpPr>
          <p:nvPr>
            <p:ph type="title"/>
          </p:nvPr>
        </p:nvSpPr>
        <p:spPr/>
        <p:txBody>
          <a:bodyPr/>
          <a:lstStyle/>
          <a:p>
            <a:r>
              <a:rPr lang="ja-JP" altLang="en-US" dirty="0"/>
              <a:t>機器準備 </a:t>
            </a:r>
            <a:r>
              <a:rPr lang="en-US" altLang="ja-JP" dirty="0"/>
              <a:t>&amp; </a:t>
            </a:r>
            <a:r>
              <a:rPr lang="ja-JP" altLang="en-US" dirty="0"/>
              <a:t>ラックマウント（機器設置）作業①</a:t>
            </a:r>
            <a:endParaRPr kumimoji="1" lang="ja-JP" altLang="en-US" dirty="0"/>
          </a:p>
        </p:txBody>
      </p:sp>
      <p:sp>
        <p:nvSpPr>
          <p:cNvPr id="3" name="フッター プレースホルダー 2">
            <a:extLst>
              <a:ext uri="{FF2B5EF4-FFF2-40B4-BE49-F238E27FC236}">
                <a16:creationId xmlns:a16="http://schemas.microsoft.com/office/drawing/2014/main" id="{24B37838-8A4B-E527-30E4-4896FD3D694E}"/>
              </a:ext>
            </a:extLst>
          </p:cNvPr>
          <p:cNvSpPr>
            <a:spLocks noGrp="1"/>
          </p:cNvSpPr>
          <p:nvPr>
            <p:ph type="ftr" sz="quarter" idx="10"/>
          </p:nvPr>
        </p:nvSpPr>
        <p:spPr/>
        <p:txBody>
          <a:bodyPr/>
          <a:lstStyle/>
          <a:p>
            <a:r>
              <a:rPr lang="en-US" altLang="ja-JP"/>
              <a:t>Trainocate Japan, Ltd. All rights reserved.</a:t>
            </a:r>
            <a:endParaRPr lang="en-US" altLang="ja-JP" dirty="0"/>
          </a:p>
        </p:txBody>
      </p:sp>
      <p:sp>
        <p:nvSpPr>
          <p:cNvPr id="4" name="スライド番号プレースホルダー 3">
            <a:extLst>
              <a:ext uri="{FF2B5EF4-FFF2-40B4-BE49-F238E27FC236}">
                <a16:creationId xmlns:a16="http://schemas.microsoft.com/office/drawing/2014/main" id="{AEE6B45B-AF52-FDE9-A138-D77F6DF8DA57}"/>
              </a:ext>
            </a:extLst>
          </p:cNvPr>
          <p:cNvSpPr>
            <a:spLocks noGrp="1"/>
          </p:cNvSpPr>
          <p:nvPr>
            <p:ph type="sldNum" sz="quarter" idx="11"/>
          </p:nvPr>
        </p:nvSpPr>
        <p:spPr/>
        <p:txBody>
          <a:bodyPr/>
          <a:lstStyle/>
          <a:p>
            <a:fld id="{46BB8D49-91AB-4BE8-B7F4-8EAFE2BF815D}" type="slidenum">
              <a:rPr kumimoji="1" lang="ja-JP" altLang="en-US" smtClean="0"/>
              <a:pPr/>
              <a:t>8</a:t>
            </a:fld>
            <a:endParaRPr kumimoji="1" lang="ja-JP" altLang="en-US" dirty="0"/>
          </a:p>
        </p:txBody>
      </p:sp>
      <p:sp>
        <p:nvSpPr>
          <p:cNvPr id="5" name="Rectangle 4">
            <a:extLst>
              <a:ext uri="{FF2B5EF4-FFF2-40B4-BE49-F238E27FC236}">
                <a16:creationId xmlns:a16="http://schemas.microsoft.com/office/drawing/2014/main" id="{A54E2719-2001-08E9-D47A-B0771E5FBB3C}"/>
              </a:ext>
            </a:extLst>
          </p:cNvPr>
          <p:cNvSpPr>
            <a:spLocks noChangeArrowheads="1"/>
          </p:cNvSpPr>
          <p:nvPr/>
        </p:nvSpPr>
        <p:spPr bwMode="auto">
          <a:xfrm>
            <a:off x="170688" y="706950"/>
            <a:ext cx="8741664" cy="5681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lvl="0" indent="-457200" algn="l" defTabSz="871538">
              <a:lnSpc>
                <a:spcPct val="90000"/>
              </a:lnSpc>
              <a:spcBef>
                <a:spcPct val="20000"/>
              </a:spcBef>
              <a:buClr>
                <a:srgbClr val="525D7A"/>
              </a:buClr>
              <a:buFont typeface="Wingdings" panose="05000000000000000000" pitchFamily="2" charset="2"/>
              <a:buChar char="n"/>
            </a:pPr>
            <a:r>
              <a:rPr lang="ja-JP" altLang="en-US" sz="2300" dirty="0"/>
              <a:t>自席に必要な機器をそろえる</a:t>
            </a:r>
            <a:endParaRPr lang="en-US" altLang="ja-JP" sz="2300" dirty="0"/>
          </a:p>
          <a:p>
            <a:pPr marL="914400" lvl="1" indent="-457200" defTabSz="871538">
              <a:lnSpc>
                <a:spcPct val="90000"/>
              </a:lnSpc>
              <a:spcBef>
                <a:spcPct val="20000"/>
              </a:spcBef>
              <a:buClr>
                <a:srgbClr val="525D7A"/>
              </a:buClr>
              <a:buFont typeface="Arial" panose="020B0604020202020204" pitchFamily="34" charset="0"/>
              <a:buChar char="•"/>
            </a:pPr>
            <a:r>
              <a:rPr lang="ja-JP" altLang="en-US" sz="2300" dirty="0"/>
              <a:t>サイズの大きな機材を下へ配置し、機材を上に重ねる</a:t>
            </a:r>
            <a:endParaRPr lang="en-US" altLang="ja-JP" sz="2300" dirty="0"/>
          </a:p>
          <a:p>
            <a:pPr marL="914400" lvl="1" indent="-457200" defTabSz="871538">
              <a:lnSpc>
                <a:spcPct val="90000"/>
              </a:lnSpc>
              <a:spcBef>
                <a:spcPct val="20000"/>
              </a:spcBef>
              <a:buClr>
                <a:srgbClr val="525D7A"/>
              </a:buClr>
              <a:buFont typeface="Arial" panose="020B0604020202020204" pitchFamily="34" charset="0"/>
              <a:buChar char="•"/>
            </a:pPr>
            <a:endParaRPr lang="en-US" altLang="ja-JP" sz="2300" dirty="0"/>
          </a:p>
          <a:p>
            <a:pPr marL="342900" indent="-342900" defTabSz="871538">
              <a:lnSpc>
                <a:spcPct val="90000"/>
              </a:lnSpc>
              <a:spcBef>
                <a:spcPct val="20000"/>
              </a:spcBef>
              <a:buClr>
                <a:srgbClr val="525D7A"/>
              </a:buClr>
              <a:buFont typeface="Wingdings" panose="05000000000000000000" pitchFamily="2" charset="2"/>
              <a:buChar char="n"/>
            </a:pPr>
            <a:r>
              <a:rPr lang="en-US" altLang="ja-JP" sz="2300" dirty="0"/>
              <a:t>PC </a:t>
            </a:r>
            <a:r>
              <a:rPr lang="ja-JP" altLang="en-US" sz="2300" dirty="0"/>
              <a:t>（</a:t>
            </a:r>
            <a:r>
              <a:rPr lang="en-US" altLang="ja-JP" sz="2300" dirty="0"/>
              <a:t>3</a:t>
            </a:r>
            <a:r>
              <a:rPr lang="ja-JP" altLang="en-US" sz="2300" dirty="0"/>
              <a:t>台）</a:t>
            </a:r>
            <a:endParaRPr lang="en-US" altLang="ja-JP" sz="2300" dirty="0"/>
          </a:p>
          <a:p>
            <a:pPr marL="914400" lvl="1" indent="-457200" defTabSz="871538">
              <a:lnSpc>
                <a:spcPct val="90000"/>
              </a:lnSpc>
              <a:spcBef>
                <a:spcPct val="20000"/>
              </a:spcBef>
              <a:buClr>
                <a:srgbClr val="525D7A"/>
              </a:buClr>
              <a:buFont typeface="+mj-ea"/>
              <a:buAutoNum type="circleNumDbPlain"/>
            </a:pPr>
            <a:r>
              <a:rPr lang="en-US" altLang="ja-JP" sz="2300" dirty="0"/>
              <a:t>PC</a:t>
            </a:r>
            <a:r>
              <a:rPr lang="ja-JP" altLang="en-US" sz="2300" dirty="0"/>
              <a:t>を起動してログインする。ログインパスワードが要求された場合は </a:t>
            </a:r>
            <a:r>
              <a:rPr lang="en-US" altLang="ja-JP" sz="2300" dirty="0">
                <a:solidFill>
                  <a:srgbClr val="0070C0"/>
                </a:solidFill>
              </a:rPr>
              <a:t>Pa$$w0rd</a:t>
            </a:r>
            <a:r>
              <a:rPr lang="en-US" altLang="ja-JP" sz="2300" dirty="0"/>
              <a:t> </a:t>
            </a:r>
            <a:r>
              <a:rPr lang="ja-JP" altLang="en-US" sz="2300" dirty="0"/>
              <a:t>を使用する</a:t>
            </a:r>
            <a:endParaRPr lang="en-US" altLang="ja-JP" sz="2300" dirty="0"/>
          </a:p>
          <a:p>
            <a:pPr marL="914400" lvl="1" indent="-457200" defTabSz="871538">
              <a:lnSpc>
                <a:spcPct val="90000"/>
              </a:lnSpc>
              <a:spcBef>
                <a:spcPct val="20000"/>
              </a:spcBef>
              <a:buClr>
                <a:srgbClr val="525D7A"/>
              </a:buClr>
              <a:buFont typeface="+mj-ea"/>
              <a:buAutoNum type="circleNumDbPlain"/>
            </a:pPr>
            <a:r>
              <a:rPr lang="en-US" altLang="ja-JP" sz="2300" dirty="0"/>
              <a:t>PC</a:t>
            </a:r>
            <a:r>
              <a:rPr lang="ja-JP" altLang="en-US" sz="2300" dirty="0"/>
              <a:t>（監視サーバー）で</a:t>
            </a:r>
            <a:r>
              <a:rPr lang="en-US" altLang="ja-JP" sz="2300" dirty="0"/>
              <a:t>Hyper-V</a:t>
            </a:r>
            <a:r>
              <a:rPr lang="ja-JP" altLang="en-US" sz="2300" dirty="0"/>
              <a:t>を起動し、</a:t>
            </a:r>
            <a:r>
              <a:rPr lang="en-US" altLang="ja-JP" sz="2300" dirty="0"/>
              <a:t>Linux</a:t>
            </a:r>
            <a:r>
              <a:rPr lang="ja-JP" altLang="en-US" sz="2300" dirty="0"/>
              <a:t>を起動する</a:t>
            </a:r>
            <a:endParaRPr lang="en-US" altLang="ja-JP" sz="2300" dirty="0"/>
          </a:p>
          <a:p>
            <a:pPr marL="914400" lvl="1" indent="-457200" defTabSz="871538">
              <a:lnSpc>
                <a:spcPct val="90000"/>
              </a:lnSpc>
              <a:spcBef>
                <a:spcPct val="20000"/>
              </a:spcBef>
              <a:buClr>
                <a:srgbClr val="525D7A"/>
              </a:buClr>
              <a:buFont typeface="+mj-ea"/>
              <a:buAutoNum type="circleNumDbPlain"/>
            </a:pPr>
            <a:r>
              <a:rPr lang="ja-JP" altLang="en-US" sz="2300" dirty="0"/>
              <a:t>他</a:t>
            </a:r>
            <a:r>
              <a:rPr lang="en-US" altLang="ja-JP" sz="2300" dirty="0"/>
              <a:t>2</a:t>
            </a:r>
            <a:r>
              <a:rPr lang="ja-JP" altLang="en-US" sz="2300" dirty="0"/>
              <a:t>台の</a:t>
            </a:r>
            <a:r>
              <a:rPr lang="en-US" altLang="ja-JP" sz="2300" dirty="0"/>
              <a:t>PC</a:t>
            </a:r>
            <a:r>
              <a:rPr lang="ja-JP" altLang="en-US" sz="2300" dirty="0"/>
              <a:t>はそのまま使用する</a:t>
            </a:r>
            <a:endParaRPr lang="en-US" altLang="ja-JP" sz="2300" dirty="0"/>
          </a:p>
        </p:txBody>
      </p:sp>
    </p:spTree>
    <p:extLst>
      <p:ext uri="{BB962C8B-B14F-4D97-AF65-F5344CB8AC3E}">
        <p14:creationId xmlns:p14="http://schemas.microsoft.com/office/powerpoint/2010/main" val="3536304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BFEF-B63E-028A-BEAE-93C9459391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FABF91-4339-8CBE-5D2B-6B6C86AE2038}"/>
              </a:ext>
            </a:extLst>
          </p:cNvPr>
          <p:cNvSpPr>
            <a:spLocks noGrp="1"/>
          </p:cNvSpPr>
          <p:nvPr>
            <p:ph type="title"/>
          </p:nvPr>
        </p:nvSpPr>
        <p:spPr/>
        <p:txBody>
          <a:bodyPr/>
          <a:lstStyle/>
          <a:p>
            <a:r>
              <a:rPr lang="ja-JP" altLang="en-US" dirty="0"/>
              <a:t>機器準備 </a:t>
            </a:r>
            <a:r>
              <a:rPr lang="en-US" altLang="ja-JP" dirty="0"/>
              <a:t>&amp; </a:t>
            </a:r>
            <a:r>
              <a:rPr lang="ja-JP" altLang="en-US" dirty="0"/>
              <a:t>ラックマウント（機器設置）作業②</a:t>
            </a:r>
            <a:endParaRPr kumimoji="1" lang="ja-JP" altLang="en-US" dirty="0"/>
          </a:p>
        </p:txBody>
      </p:sp>
      <p:sp>
        <p:nvSpPr>
          <p:cNvPr id="3" name="フッター プレースホルダー 2">
            <a:extLst>
              <a:ext uri="{FF2B5EF4-FFF2-40B4-BE49-F238E27FC236}">
                <a16:creationId xmlns:a16="http://schemas.microsoft.com/office/drawing/2014/main" id="{277F8C86-9132-3AAC-22F6-D918F09E3B95}"/>
              </a:ext>
            </a:extLst>
          </p:cNvPr>
          <p:cNvSpPr>
            <a:spLocks noGrp="1"/>
          </p:cNvSpPr>
          <p:nvPr>
            <p:ph type="ftr" sz="quarter" idx="10"/>
          </p:nvPr>
        </p:nvSpPr>
        <p:spPr/>
        <p:txBody>
          <a:bodyPr/>
          <a:lstStyle/>
          <a:p>
            <a:r>
              <a:rPr lang="en-US" altLang="ja-JP" dirty="0" err="1"/>
              <a:t>Trainocate</a:t>
            </a:r>
            <a:r>
              <a:rPr lang="en-US" altLang="ja-JP" dirty="0"/>
              <a:t> Japan, Ltd. All rights reserved.</a:t>
            </a:r>
          </a:p>
        </p:txBody>
      </p:sp>
      <p:sp>
        <p:nvSpPr>
          <p:cNvPr id="4" name="スライド番号プレースホルダー 3">
            <a:extLst>
              <a:ext uri="{FF2B5EF4-FFF2-40B4-BE49-F238E27FC236}">
                <a16:creationId xmlns:a16="http://schemas.microsoft.com/office/drawing/2014/main" id="{96CAA636-D11F-C9FF-E3E1-82E46CBEB5AD}"/>
              </a:ext>
            </a:extLst>
          </p:cNvPr>
          <p:cNvSpPr>
            <a:spLocks noGrp="1"/>
          </p:cNvSpPr>
          <p:nvPr>
            <p:ph type="sldNum" sz="quarter" idx="11"/>
          </p:nvPr>
        </p:nvSpPr>
        <p:spPr/>
        <p:txBody>
          <a:bodyPr/>
          <a:lstStyle/>
          <a:p>
            <a:fld id="{46BB8D49-91AB-4BE8-B7F4-8EAFE2BF815D}" type="slidenum">
              <a:rPr kumimoji="1" lang="ja-JP" altLang="en-US" smtClean="0"/>
              <a:pPr/>
              <a:t>9</a:t>
            </a:fld>
            <a:endParaRPr kumimoji="1" lang="ja-JP" altLang="en-US" dirty="0"/>
          </a:p>
        </p:txBody>
      </p:sp>
      <p:sp>
        <p:nvSpPr>
          <p:cNvPr id="5" name="Rectangle 4">
            <a:extLst>
              <a:ext uri="{FF2B5EF4-FFF2-40B4-BE49-F238E27FC236}">
                <a16:creationId xmlns:a16="http://schemas.microsoft.com/office/drawing/2014/main" id="{83AC7523-8A04-0A53-743B-66C3D711B61E}"/>
              </a:ext>
            </a:extLst>
          </p:cNvPr>
          <p:cNvSpPr>
            <a:spLocks noChangeArrowheads="1"/>
          </p:cNvSpPr>
          <p:nvPr/>
        </p:nvSpPr>
        <p:spPr bwMode="auto">
          <a:xfrm>
            <a:off x="170688" y="706950"/>
            <a:ext cx="8741664" cy="5681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lvl="0" indent="-457200" algn="l" defTabSz="871538">
              <a:lnSpc>
                <a:spcPct val="90000"/>
              </a:lnSpc>
              <a:spcBef>
                <a:spcPct val="20000"/>
              </a:spcBef>
              <a:buClr>
                <a:srgbClr val="525D7A"/>
              </a:buClr>
              <a:buFont typeface="Wingdings" panose="05000000000000000000" pitchFamily="2" charset="2"/>
              <a:buChar char="n"/>
            </a:pPr>
            <a:r>
              <a:rPr lang="ja-JP" altLang="en-US" sz="2300" dirty="0"/>
              <a:t>ネットワーク機器</a:t>
            </a:r>
            <a:endParaRPr lang="en-US" altLang="ja-JP" sz="2300" dirty="0"/>
          </a:p>
          <a:p>
            <a:pPr marL="914400" lvl="1" indent="-457200" defTabSz="871538">
              <a:lnSpc>
                <a:spcPct val="90000"/>
              </a:lnSpc>
              <a:spcBef>
                <a:spcPct val="20000"/>
              </a:spcBef>
              <a:buClr>
                <a:srgbClr val="525D7A"/>
              </a:buClr>
              <a:buFont typeface="+mj-ea"/>
              <a:buAutoNum type="circleNumDbPlain"/>
            </a:pPr>
            <a:r>
              <a:rPr lang="ja-JP" altLang="en-US" sz="2300" dirty="0"/>
              <a:t>ネットワーク構成図を見ながら、ルータ</a:t>
            </a:r>
            <a:r>
              <a:rPr lang="en-US" altLang="ja-JP" sz="2300" dirty="0"/>
              <a:t>2</a:t>
            </a:r>
            <a:r>
              <a:rPr lang="ja-JP" altLang="en-US" sz="2300" dirty="0"/>
              <a:t>台、</a:t>
            </a:r>
            <a:r>
              <a:rPr lang="en-US" altLang="ja-JP" sz="2300" dirty="0"/>
              <a:t>CSW2</a:t>
            </a:r>
            <a:r>
              <a:rPr lang="ja-JP" altLang="en-US" sz="2300" dirty="0"/>
              <a:t>台、</a:t>
            </a:r>
            <a:r>
              <a:rPr lang="en-US" altLang="ja-JP" sz="2300" dirty="0"/>
              <a:t>DSW2</a:t>
            </a:r>
            <a:r>
              <a:rPr lang="ja-JP" altLang="en-US" sz="2300" dirty="0"/>
              <a:t>台、</a:t>
            </a:r>
            <a:r>
              <a:rPr lang="en-US" altLang="ja-JP" sz="2300" dirty="0"/>
              <a:t>ASW2</a:t>
            </a:r>
            <a:r>
              <a:rPr lang="ja-JP" altLang="en-US" sz="2300" dirty="0"/>
              <a:t>台、</a:t>
            </a:r>
            <a:r>
              <a:rPr lang="en-US" altLang="ja-JP" sz="2300" dirty="0"/>
              <a:t>SVSW1</a:t>
            </a:r>
            <a:r>
              <a:rPr lang="ja-JP" altLang="en-US" sz="2300" dirty="0"/>
              <a:t>台があることを確認する</a:t>
            </a:r>
            <a:endParaRPr lang="en-US" altLang="ja-JP" sz="2300" dirty="0"/>
          </a:p>
          <a:p>
            <a:pPr marL="914400" lvl="1" indent="-457200" defTabSz="871538">
              <a:lnSpc>
                <a:spcPct val="90000"/>
              </a:lnSpc>
              <a:spcBef>
                <a:spcPct val="20000"/>
              </a:spcBef>
              <a:buClr>
                <a:srgbClr val="525D7A"/>
              </a:buClr>
              <a:buFont typeface="+mj-ea"/>
              <a:buAutoNum type="circleNumDbPlain"/>
            </a:pPr>
            <a:r>
              <a:rPr lang="en-US" altLang="ja-JP" sz="2300" dirty="0"/>
              <a:t>PC</a:t>
            </a:r>
            <a:r>
              <a:rPr lang="ja-JP" altLang="en-US" sz="2300" dirty="0"/>
              <a:t>とコンソールケーブルで接続して、全ての機器が初期化されているか確認する</a:t>
            </a:r>
            <a:endParaRPr lang="en-US" altLang="ja-JP" sz="2300" dirty="0"/>
          </a:p>
          <a:p>
            <a:pPr marL="914400" lvl="1" indent="-457200" defTabSz="871538">
              <a:lnSpc>
                <a:spcPct val="90000"/>
              </a:lnSpc>
              <a:spcBef>
                <a:spcPct val="20000"/>
              </a:spcBef>
              <a:buClr>
                <a:srgbClr val="525D7A"/>
              </a:buClr>
              <a:buFont typeface="+mj-ea"/>
              <a:buAutoNum type="circleNumDbPlain"/>
            </a:pPr>
            <a:endParaRPr lang="en-US" altLang="ja-JP" sz="2300" dirty="0"/>
          </a:p>
          <a:p>
            <a:pPr marL="914400" lvl="1" indent="-457200" defTabSz="871538">
              <a:lnSpc>
                <a:spcPct val="90000"/>
              </a:lnSpc>
              <a:spcBef>
                <a:spcPct val="20000"/>
              </a:spcBef>
              <a:buClr>
                <a:srgbClr val="525D7A"/>
              </a:buClr>
              <a:buFont typeface="+mj-ea"/>
              <a:buAutoNum type="circleNumDbPlain"/>
            </a:pPr>
            <a:endParaRPr lang="en-US" altLang="ja-JP" sz="2300" dirty="0"/>
          </a:p>
          <a:p>
            <a:pPr marL="914400" lvl="1" indent="-457200" defTabSz="871538">
              <a:lnSpc>
                <a:spcPct val="90000"/>
              </a:lnSpc>
              <a:spcBef>
                <a:spcPct val="20000"/>
              </a:spcBef>
              <a:buClr>
                <a:srgbClr val="525D7A"/>
              </a:buClr>
              <a:buFont typeface="+mj-ea"/>
              <a:buAutoNum type="circleNumDbPlain"/>
            </a:pPr>
            <a:endParaRPr lang="en-US" altLang="ja-JP" sz="2300" dirty="0"/>
          </a:p>
          <a:p>
            <a:pPr marL="914400" lvl="1" indent="-457200" defTabSz="871538">
              <a:lnSpc>
                <a:spcPct val="90000"/>
              </a:lnSpc>
              <a:spcBef>
                <a:spcPct val="20000"/>
              </a:spcBef>
              <a:buClr>
                <a:srgbClr val="525D7A"/>
              </a:buClr>
              <a:buFont typeface="+mj-ea"/>
              <a:buAutoNum type="circleNumDbPlain"/>
            </a:pPr>
            <a:endParaRPr lang="en-US" altLang="ja-JP" sz="2300" dirty="0"/>
          </a:p>
          <a:p>
            <a:pPr marL="914400" lvl="1" indent="-457200" defTabSz="871538">
              <a:lnSpc>
                <a:spcPct val="90000"/>
              </a:lnSpc>
              <a:spcBef>
                <a:spcPct val="20000"/>
              </a:spcBef>
              <a:buClr>
                <a:srgbClr val="525D7A"/>
              </a:buClr>
              <a:buFont typeface="+mj-ea"/>
              <a:buAutoNum type="circleNumDbPlain"/>
            </a:pPr>
            <a:r>
              <a:rPr lang="ja-JP" altLang="en-US" sz="2300" dirty="0"/>
              <a:t>初期化されていない機器があれば、初期化する</a:t>
            </a:r>
            <a:endParaRPr lang="en-US" altLang="ja-JP" sz="2300" dirty="0"/>
          </a:p>
          <a:p>
            <a:pPr marL="1371600" lvl="2" indent="-457200" defTabSz="871538">
              <a:lnSpc>
                <a:spcPct val="90000"/>
              </a:lnSpc>
              <a:spcBef>
                <a:spcPct val="20000"/>
              </a:spcBef>
              <a:buClr>
                <a:srgbClr val="525D7A"/>
              </a:buClr>
              <a:buFont typeface="Arial" panose="020B0604020202020204" pitchFamily="34" charset="0"/>
              <a:buChar char="•"/>
            </a:pPr>
            <a:r>
              <a:rPr lang="ja-JP" altLang="en-US" sz="2300" dirty="0"/>
              <a:t>パスワードが設定されている場合は講師へ連絡する</a:t>
            </a:r>
            <a:endParaRPr lang="en-US" altLang="ja-JP" sz="2300" dirty="0"/>
          </a:p>
        </p:txBody>
      </p:sp>
      <p:sp>
        <p:nvSpPr>
          <p:cNvPr id="6" name="正方形/長方形 5">
            <a:extLst>
              <a:ext uri="{FF2B5EF4-FFF2-40B4-BE49-F238E27FC236}">
                <a16:creationId xmlns:a16="http://schemas.microsoft.com/office/drawing/2014/main" id="{B27FDBA0-E964-791C-F54A-FE7EB3FA55BA}"/>
              </a:ext>
            </a:extLst>
          </p:cNvPr>
          <p:cNvSpPr/>
          <p:nvPr/>
        </p:nvSpPr>
        <p:spPr>
          <a:xfrm>
            <a:off x="231648" y="2562259"/>
            <a:ext cx="8656752" cy="1300480"/>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初期化されているかどうかを、どのように確認しますか？</a:t>
            </a:r>
          </a:p>
        </p:txBody>
      </p:sp>
      <p:sp>
        <p:nvSpPr>
          <p:cNvPr id="7" name="正方形/長方形 6">
            <a:extLst>
              <a:ext uri="{FF2B5EF4-FFF2-40B4-BE49-F238E27FC236}">
                <a16:creationId xmlns:a16="http://schemas.microsoft.com/office/drawing/2014/main" id="{78902B47-A95F-1BF8-DE15-5DD37A045211}"/>
              </a:ext>
            </a:extLst>
          </p:cNvPr>
          <p:cNvSpPr/>
          <p:nvPr/>
        </p:nvSpPr>
        <p:spPr>
          <a:xfrm>
            <a:off x="255600" y="4860730"/>
            <a:ext cx="8656752" cy="1527878"/>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パスワードは問題なく特権モードへアクセスできる前提で、機器を初期化する方法やコマンドを説明してください。</a:t>
            </a:r>
          </a:p>
        </p:txBody>
      </p:sp>
    </p:spTree>
    <p:extLst>
      <p:ext uri="{BB962C8B-B14F-4D97-AF65-F5344CB8AC3E}">
        <p14:creationId xmlns:p14="http://schemas.microsoft.com/office/powerpoint/2010/main" val="3343025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993A83-F479-405F-A686-4C97D03FB3BB}"/>
              </a:ext>
            </a:extLst>
          </p:cNvPr>
          <p:cNvSpPr>
            <a:spLocks noGrp="1"/>
          </p:cNvSpPr>
          <p:nvPr>
            <p:ph type="ctrTitle"/>
          </p:nvPr>
        </p:nvSpPr>
        <p:spPr/>
        <p:txBody>
          <a:bodyPr/>
          <a:lstStyle/>
          <a:p>
            <a:r>
              <a:rPr lang="ja-JP" altLang="en-US" dirty="0"/>
              <a:t>ネットワーク要件</a:t>
            </a:r>
            <a:endParaRPr kumimoji="1" lang="ja-JP" altLang="en-US" dirty="0"/>
          </a:p>
        </p:txBody>
      </p:sp>
      <p:sp>
        <p:nvSpPr>
          <p:cNvPr id="4" name="スライド番号プレースホルダー 3"/>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10</a:t>
            </a:fld>
            <a:endParaRPr lang="en-US" altLang="ja-JP" dirty="0"/>
          </a:p>
        </p:txBody>
      </p:sp>
    </p:spTree>
    <p:extLst>
      <p:ext uri="{BB962C8B-B14F-4D97-AF65-F5344CB8AC3E}">
        <p14:creationId xmlns:p14="http://schemas.microsoft.com/office/powerpoint/2010/main" val="2918841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概要①</a:t>
            </a:r>
          </a:p>
        </p:txBody>
      </p:sp>
      <p:sp>
        <p:nvSpPr>
          <p:cNvPr id="3" name="コンテンツ プレースホルダー 2"/>
          <p:cNvSpPr>
            <a:spLocks noGrp="1"/>
          </p:cNvSpPr>
          <p:nvPr>
            <p:ph idx="1"/>
          </p:nvPr>
        </p:nvSpPr>
        <p:spPr>
          <a:xfrm>
            <a:off x="-3420" y="550863"/>
            <a:ext cx="9352369" cy="5949950"/>
          </a:xfrm>
        </p:spPr>
        <p:txBody>
          <a:bodyPr/>
          <a:lstStyle/>
          <a:p>
            <a:pPr marL="0" indent="0">
              <a:buNone/>
            </a:pPr>
            <a:r>
              <a:rPr lang="en-US" altLang="ja-JP" b="1" dirty="0"/>
              <a:t>[</a:t>
            </a:r>
            <a:r>
              <a:rPr lang="ja-JP" altLang="en-US" b="1" dirty="0"/>
              <a:t>会社概要</a:t>
            </a:r>
            <a:r>
              <a:rPr lang="en-US" altLang="ja-JP" b="1" dirty="0"/>
              <a:t>]</a:t>
            </a:r>
          </a:p>
          <a:p>
            <a:pPr marL="0" indent="0">
              <a:buNone/>
            </a:pPr>
            <a:r>
              <a:rPr lang="ja-JP" altLang="en-US" dirty="0"/>
              <a:t>　従業員数：</a:t>
            </a:r>
            <a:r>
              <a:rPr lang="en-US" altLang="ja-JP" dirty="0"/>
              <a:t>300</a:t>
            </a:r>
            <a:r>
              <a:rPr lang="ja-JP" altLang="en-US" dirty="0"/>
              <a:t>名（本社：</a:t>
            </a:r>
            <a:r>
              <a:rPr lang="en-US" altLang="ja-JP" dirty="0"/>
              <a:t>250</a:t>
            </a:r>
            <a:r>
              <a:rPr lang="ja-JP" altLang="en-US" dirty="0"/>
              <a:t>名　支社に</a:t>
            </a:r>
            <a:r>
              <a:rPr lang="en-US" altLang="ja-JP" dirty="0"/>
              <a:t>50</a:t>
            </a:r>
            <a:r>
              <a:rPr lang="ja-JP" altLang="en-US" dirty="0"/>
              <a:t>名）</a:t>
            </a:r>
            <a:endParaRPr lang="en-US" altLang="ja-JP" dirty="0"/>
          </a:p>
          <a:p>
            <a:pPr marL="0" indent="0">
              <a:buNone/>
            </a:pPr>
            <a:r>
              <a:rPr lang="ja-JP" altLang="en-US" dirty="0"/>
              <a:t>　拠点数：</a:t>
            </a:r>
            <a:r>
              <a:rPr lang="en-US" altLang="ja-JP" dirty="0"/>
              <a:t>3</a:t>
            </a:r>
            <a:r>
              <a:rPr lang="ja-JP" altLang="en-US" dirty="0"/>
              <a:t>（将来的に数拠点を増設予定）</a:t>
            </a:r>
            <a:endParaRPr lang="en-US" altLang="ja-JP" dirty="0"/>
          </a:p>
          <a:p>
            <a:pPr marL="0" indent="0">
              <a:buNone/>
            </a:pPr>
            <a:r>
              <a:rPr lang="ja-JP" altLang="en-US" dirty="0"/>
              <a:t>　事業内容：インターネット・モバイル端末をベースとしたコン　　</a:t>
            </a:r>
            <a:endParaRPr lang="en-US" altLang="ja-JP" dirty="0"/>
          </a:p>
          <a:p>
            <a:pPr marL="0" indent="0">
              <a:buNone/>
            </a:pPr>
            <a:r>
              <a:rPr lang="ja-JP" altLang="en-US" dirty="0"/>
              <a:t>　シューマー向けサービスを提供</a:t>
            </a:r>
            <a:endParaRPr lang="en-US" altLang="ja-JP" dirty="0"/>
          </a:p>
          <a:p>
            <a:pPr marL="0" indent="0">
              <a:buNone/>
            </a:pPr>
            <a:r>
              <a:rPr lang="ja-JP" altLang="en-US" dirty="0"/>
              <a:t>　 ・ゲーム・デジタルコンテンツの企画・開発・運営などを行う</a:t>
            </a:r>
            <a:endParaRPr lang="en-US" altLang="ja-JP" dirty="0"/>
          </a:p>
          <a:p>
            <a:pPr marL="0" indent="0">
              <a:buNone/>
            </a:pPr>
            <a:r>
              <a:rPr lang="ja-JP" altLang="en-US" b="1" dirty="0"/>
              <a:t>　　</a:t>
            </a:r>
            <a:r>
              <a:rPr lang="ja-JP" altLang="en-US" dirty="0"/>
              <a:t>「エンターテインメント事業」を展開</a:t>
            </a:r>
            <a:endParaRPr lang="en-US" altLang="ja-JP" dirty="0"/>
          </a:p>
          <a:p>
            <a:pPr marL="0" indent="0">
              <a:buNone/>
            </a:pPr>
            <a:endParaRPr lang="en-US" altLang="ja-JP" dirty="0"/>
          </a:p>
          <a:p>
            <a:pPr marL="0" indent="0">
              <a:buNone/>
            </a:pPr>
            <a:endParaRPr lang="en-US" altLang="ja-JP" b="1" dirty="0"/>
          </a:p>
          <a:p>
            <a:pPr marL="0" indent="0">
              <a:buNone/>
            </a:pPr>
            <a:endParaRPr lang="en-US" altLang="ja-JP" dirty="0"/>
          </a:p>
          <a:p>
            <a:pPr marL="0" indent="0">
              <a:buNone/>
            </a:pPr>
            <a:endParaRPr lang="en-US" altLang="ja-JP" dirty="0"/>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11</a:t>
            </a:fld>
            <a:endParaRPr lang="en-US" altLang="ja-JP"/>
          </a:p>
        </p:txBody>
      </p:sp>
      <p:sp>
        <p:nvSpPr>
          <p:cNvPr id="5"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307136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概要②</a:t>
            </a:r>
          </a:p>
        </p:txBody>
      </p:sp>
      <p:sp>
        <p:nvSpPr>
          <p:cNvPr id="3" name="コンテンツ プレースホルダー 2"/>
          <p:cNvSpPr>
            <a:spLocks noGrp="1"/>
          </p:cNvSpPr>
          <p:nvPr>
            <p:ph idx="1"/>
          </p:nvPr>
        </p:nvSpPr>
        <p:spPr>
          <a:xfrm>
            <a:off x="-3420" y="722313"/>
            <a:ext cx="9352369" cy="5949950"/>
          </a:xfrm>
        </p:spPr>
        <p:txBody>
          <a:bodyPr/>
          <a:lstStyle/>
          <a:p>
            <a:pPr marL="0" indent="0">
              <a:buNone/>
            </a:pPr>
            <a:r>
              <a:rPr lang="en-US" altLang="ja-JP" b="1" dirty="0"/>
              <a:t>[</a:t>
            </a:r>
            <a:r>
              <a:rPr lang="ja-JP" altLang="en-US" b="1" dirty="0"/>
              <a:t>組織図</a:t>
            </a:r>
            <a:r>
              <a:rPr lang="en-US" altLang="ja-JP" b="1" dirty="0"/>
              <a:t>]</a:t>
            </a:r>
          </a:p>
          <a:p>
            <a:pPr marL="0" indent="0">
              <a:buNone/>
            </a:pPr>
            <a:endParaRPr lang="en-US" altLang="ja-JP" dirty="0"/>
          </a:p>
          <a:p>
            <a:pPr marL="0" indent="0">
              <a:buNone/>
            </a:pPr>
            <a:endParaRPr lang="en-US" altLang="ja-JP" dirty="0"/>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12</a:t>
            </a:fld>
            <a:endParaRPr lang="en-US" altLang="ja-JP"/>
          </a:p>
        </p:txBody>
      </p:sp>
      <p:sp>
        <p:nvSpPr>
          <p:cNvPr id="5"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4" name="テキスト ボックス 3"/>
          <p:cNvSpPr txBox="1"/>
          <p:nvPr/>
        </p:nvSpPr>
        <p:spPr>
          <a:xfrm>
            <a:off x="481600" y="3570561"/>
            <a:ext cx="726482" cy="400110"/>
          </a:xfrm>
          <a:prstGeom prst="rect">
            <a:avLst/>
          </a:prstGeom>
          <a:noFill/>
        </p:spPr>
        <p:txBody>
          <a:bodyPr wrap="none" rtlCol="0">
            <a:spAutoFit/>
          </a:bodyPr>
          <a:lstStyle/>
          <a:p>
            <a:r>
              <a:rPr kumimoji="1" lang="en-US" altLang="ja-JP" dirty="0"/>
              <a:t>20</a:t>
            </a:r>
            <a:r>
              <a:rPr kumimoji="1" lang="ja-JP" altLang="en-US" dirty="0"/>
              <a:t>名</a:t>
            </a:r>
          </a:p>
        </p:txBody>
      </p:sp>
      <p:sp>
        <p:nvSpPr>
          <p:cNvPr id="8" name="テキスト ボックス 7"/>
          <p:cNvSpPr txBox="1"/>
          <p:nvPr/>
        </p:nvSpPr>
        <p:spPr>
          <a:xfrm>
            <a:off x="4199234" y="1176472"/>
            <a:ext cx="726482" cy="400110"/>
          </a:xfrm>
          <a:prstGeom prst="rect">
            <a:avLst/>
          </a:prstGeom>
          <a:noFill/>
        </p:spPr>
        <p:txBody>
          <a:bodyPr wrap="none" rtlCol="0">
            <a:spAutoFit/>
          </a:bodyPr>
          <a:lstStyle/>
          <a:p>
            <a:r>
              <a:rPr kumimoji="1" lang="en-US" altLang="ja-JP" dirty="0"/>
              <a:t>20</a:t>
            </a:r>
            <a:r>
              <a:rPr kumimoji="1" lang="ja-JP" altLang="en-US" dirty="0"/>
              <a:t>名</a:t>
            </a:r>
          </a:p>
        </p:txBody>
      </p:sp>
      <p:sp>
        <p:nvSpPr>
          <p:cNvPr id="9" name="テキスト ボックス 8"/>
          <p:cNvSpPr txBox="1"/>
          <p:nvPr/>
        </p:nvSpPr>
        <p:spPr>
          <a:xfrm>
            <a:off x="1998959" y="3570561"/>
            <a:ext cx="726482" cy="400110"/>
          </a:xfrm>
          <a:prstGeom prst="rect">
            <a:avLst/>
          </a:prstGeom>
          <a:noFill/>
        </p:spPr>
        <p:txBody>
          <a:bodyPr wrap="none" rtlCol="0">
            <a:spAutoFit/>
          </a:bodyPr>
          <a:lstStyle/>
          <a:p>
            <a:r>
              <a:rPr kumimoji="1" lang="en-US" altLang="ja-JP" dirty="0"/>
              <a:t>10</a:t>
            </a:r>
            <a:r>
              <a:rPr kumimoji="1" lang="ja-JP" altLang="en-US" dirty="0"/>
              <a:t>名</a:t>
            </a:r>
          </a:p>
        </p:txBody>
      </p:sp>
      <p:sp>
        <p:nvSpPr>
          <p:cNvPr id="10" name="テキスト ボックス 9"/>
          <p:cNvSpPr txBox="1"/>
          <p:nvPr/>
        </p:nvSpPr>
        <p:spPr>
          <a:xfrm>
            <a:off x="3503909" y="3551511"/>
            <a:ext cx="726482" cy="400110"/>
          </a:xfrm>
          <a:prstGeom prst="rect">
            <a:avLst/>
          </a:prstGeom>
          <a:noFill/>
        </p:spPr>
        <p:txBody>
          <a:bodyPr wrap="none" rtlCol="0">
            <a:spAutoFit/>
          </a:bodyPr>
          <a:lstStyle/>
          <a:p>
            <a:r>
              <a:rPr kumimoji="1" lang="en-US" altLang="ja-JP" dirty="0"/>
              <a:t>60</a:t>
            </a:r>
            <a:r>
              <a:rPr kumimoji="1" lang="ja-JP" altLang="en-US" dirty="0"/>
              <a:t>名</a:t>
            </a:r>
          </a:p>
        </p:txBody>
      </p:sp>
      <p:sp>
        <p:nvSpPr>
          <p:cNvPr id="11" name="テキスト ボックス 10"/>
          <p:cNvSpPr txBox="1"/>
          <p:nvPr/>
        </p:nvSpPr>
        <p:spPr>
          <a:xfrm>
            <a:off x="4863908" y="3551511"/>
            <a:ext cx="869149" cy="400110"/>
          </a:xfrm>
          <a:prstGeom prst="rect">
            <a:avLst/>
          </a:prstGeom>
          <a:noFill/>
        </p:spPr>
        <p:txBody>
          <a:bodyPr wrap="none" rtlCol="0">
            <a:spAutoFit/>
          </a:bodyPr>
          <a:lstStyle/>
          <a:p>
            <a:r>
              <a:rPr kumimoji="1" lang="en-US" altLang="ja-JP" dirty="0"/>
              <a:t>100</a:t>
            </a:r>
            <a:r>
              <a:rPr kumimoji="1" lang="ja-JP" altLang="en-US" dirty="0"/>
              <a:t>名</a:t>
            </a:r>
          </a:p>
        </p:txBody>
      </p:sp>
      <p:sp>
        <p:nvSpPr>
          <p:cNvPr id="12" name="テキスト ボックス 11"/>
          <p:cNvSpPr txBox="1"/>
          <p:nvPr/>
        </p:nvSpPr>
        <p:spPr>
          <a:xfrm>
            <a:off x="6440191" y="3551511"/>
            <a:ext cx="726482" cy="400110"/>
          </a:xfrm>
          <a:prstGeom prst="rect">
            <a:avLst/>
          </a:prstGeom>
          <a:noFill/>
        </p:spPr>
        <p:txBody>
          <a:bodyPr wrap="none" rtlCol="0">
            <a:spAutoFit/>
          </a:bodyPr>
          <a:lstStyle/>
          <a:p>
            <a:r>
              <a:rPr kumimoji="1" lang="en-US" altLang="ja-JP" dirty="0"/>
              <a:t>30</a:t>
            </a:r>
            <a:r>
              <a:rPr kumimoji="1" lang="ja-JP" altLang="en-US" dirty="0"/>
              <a:t>名</a:t>
            </a:r>
          </a:p>
        </p:txBody>
      </p:sp>
      <p:sp>
        <p:nvSpPr>
          <p:cNvPr id="13" name="テキスト ボックス 12"/>
          <p:cNvSpPr txBox="1"/>
          <p:nvPr/>
        </p:nvSpPr>
        <p:spPr>
          <a:xfrm>
            <a:off x="7875884" y="3540732"/>
            <a:ext cx="726482" cy="400110"/>
          </a:xfrm>
          <a:prstGeom prst="rect">
            <a:avLst/>
          </a:prstGeom>
          <a:noFill/>
        </p:spPr>
        <p:txBody>
          <a:bodyPr wrap="none" rtlCol="0">
            <a:spAutoFit/>
          </a:bodyPr>
          <a:lstStyle/>
          <a:p>
            <a:r>
              <a:rPr kumimoji="1" lang="en-US" altLang="ja-JP" dirty="0"/>
              <a:t>10</a:t>
            </a:r>
            <a:r>
              <a:rPr kumimoji="1" lang="ja-JP" altLang="en-US" dirty="0"/>
              <a:t>名</a:t>
            </a:r>
          </a:p>
        </p:txBody>
      </p:sp>
      <p:sp>
        <p:nvSpPr>
          <p:cNvPr id="7"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2095" name="Picture 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401" y="1417881"/>
            <a:ext cx="8816148" cy="2238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803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概要③</a:t>
            </a:r>
            <a:endParaRPr kumimoji="1" lang="ja-JP" altLang="en-US" dirty="0"/>
          </a:p>
        </p:txBody>
      </p:sp>
      <p:sp>
        <p:nvSpPr>
          <p:cNvPr id="3" name="コンテンツ プレースホルダー 2"/>
          <p:cNvSpPr>
            <a:spLocks noGrp="1"/>
          </p:cNvSpPr>
          <p:nvPr>
            <p:ph idx="1"/>
          </p:nvPr>
        </p:nvSpPr>
        <p:spPr/>
        <p:txBody>
          <a:bodyPr/>
          <a:lstStyle/>
          <a:p>
            <a:pPr marL="0" indent="0">
              <a:buNone/>
            </a:pPr>
            <a:r>
              <a:rPr lang="en-US" altLang="ja-JP" b="1" dirty="0"/>
              <a:t>[</a:t>
            </a:r>
            <a:r>
              <a:rPr lang="ja-JP" altLang="en-US" b="1" dirty="0"/>
              <a:t>背景</a:t>
            </a:r>
            <a:r>
              <a:rPr lang="en-US" altLang="ja-JP" b="1" dirty="0"/>
              <a:t>]</a:t>
            </a:r>
          </a:p>
          <a:p>
            <a:pPr marL="0" indent="0">
              <a:buNone/>
            </a:pPr>
            <a:r>
              <a:rPr lang="ja-JP" altLang="en-US" dirty="0"/>
              <a:t>　ビジネスの</a:t>
            </a:r>
            <a:r>
              <a:rPr lang="en-US" altLang="ja-JP" dirty="0"/>
              <a:t>IT</a:t>
            </a:r>
            <a:r>
              <a:rPr lang="ja-JP" altLang="en-US" dirty="0"/>
              <a:t>化が進み、ネットワークを通して企業内や企業間で様々なデジタル情報がやりとりされている。そのため、近年ますますインフラ・ネットワークに求められる要件が多様化している。</a:t>
            </a:r>
            <a:r>
              <a:rPr lang="en-US" altLang="ja-JP" dirty="0"/>
              <a:t>A</a:t>
            </a:r>
            <a:r>
              <a:rPr lang="ja-JP" altLang="en-US" dirty="0"/>
              <a:t>社では事業拡大とそれに伴う従業員の増加によりネットワーク機器をアップグレードすることになり、そのため本社ネットワークの構成を大幅に見直すことになった。</a:t>
            </a:r>
            <a:br>
              <a:rPr lang="en-US" altLang="ja-JP" dirty="0">
                <a:solidFill>
                  <a:srgbClr val="FF0000"/>
                </a:solidFill>
              </a:rPr>
            </a:br>
            <a:endParaRPr lang="ja-JP" altLang="en-US" dirty="0"/>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13</a:t>
            </a:fld>
            <a:endParaRPr lang="en-US" altLang="ja-JP"/>
          </a:p>
        </p:txBody>
      </p:sp>
    </p:spTree>
    <p:extLst>
      <p:ext uri="{BB962C8B-B14F-4D97-AF65-F5344CB8AC3E}">
        <p14:creationId xmlns:p14="http://schemas.microsoft.com/office/powerpoint/2010/main" val="3145609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ネットワーク要件①</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lang="ja-JP" altLang="en-US" dirty="0"/>
              <a:t>自社所有の建物にオフィスを構え、</a:t>
            </a:r>
            <a:r>
              <a:rPr lang="en-US" altLang="ja-JP" dirty="0"/>
              <a:t>3</a:t>
            </a:r>
            <a:r>
              <a:rPr lang="ja-JP" altLang="en-US" dirty="0"/>
              <a:t>フロア（</a:t>
            </a:r>
            <a:r>
              <a:rPr lang="en-US" altLang="ja-JP" dirty="0"/>
              <a:t>1F</a:t>
            </a:r>
            <a:r>
              <a:rPr lang="ja-JP" altLang="en-US" dirty="0" err="1"/>
              <a:t>、</a:t>
            </a:r>
            <a:r>
              <a:rPr lang="en-US" altLang="ja-JP" dirty="0"/>
              <a:t>2F</a:t>
            </a:r>
            <a:r>
              <a:rPr lang="ja-JP" altLang="en-US" dirty="0" err="1"/>
              <a:t>、</a:t>
            </a:r>
            <a:r>
              <a:rPr lang="en-US" altLang="ja-JP" dirty="0"/>
              <a:t>3F</a:t>
            </a:r>
            <a:r>
              <a:rPr lang="ja-JP" altLang="en-US" dirty="0"/>
              <a:t>）から構成される</a:t>
            </a:r>
            <a:endParaRPr lang="en-US" altLang="ja-JP" dirty="0"/>
          </a:p>
          <a:p>
            <a:r>
              <a:rPr lang="en-US" altLang="ja-JP" dirty="0"/>
              <a:t>1F</a:t>
            </a:r>
            <a:r>
              <a:rPr lang="ja-JP" altLang="en-US" dirty="0" err="1"/>
              <a:t>には</a:t>
            </a:r>
            <a:r>
              <a:rPr lang="ja-JP" altLang="en-US" dirty="0"/>
              <a:t>総務部、営業部、人事部、</a:t>
            </a:r>
            <a:r>
              <a:rPr lang="en-US" altLang="ja-JP" dirty="0"/>
              <a:t>2F</a:t>
            </a:r>
            <a:r>
              <a:rPr lang="ja-JP" altLang="en-US" dirty="0"/>
              <a:t>では商品企画開発部、マーケティング部、システム部が業務を行い各部のクライアント</a:t>
            </a:r>
            <a:r>
              <a:rPr lang="en-US" altLang="ja-JP" dirty="0"/>
              <a:t>PC</a:t>
            </a:r>
            <a:r>
              <a:rPr lang="ja-JP" altLang="en-US" dirty="0"/>
              <a:t>を設置する</a:t>
            </a:r>
            <a:endParaRPr lang="en-US" altLang="ja-JP" dirty="0"/>
          </a:p>
          <a:p>
            <a:r>
              <a:rPr lang="ja-JP" altLang="en-US" dirty="0"/>
              <a:t>クライアントは各部署でネットワークが分割され、各ネットワークは相互接続するものとする</a:t>
            </a:r>
            <a:endParaRPr lang="en-US" altLang="ja-JP" dirty="0"/>
          </a:p>
          <a:p>
            <a:r>
              <a:rPr lang="ja-JP" altLang="en-US" dirty="0"/>
              <a:t>クライアントの</a:t>
            </a:r>
            <a:r>
              <a:rPr lang="en-US" altLang="ja-JP" dirty="0"/>
              <a:t>IP</a:t>
            </a:r>
            <a:r>
              <a:rPr lang="ja-JP" altLang="en-US" dirty="0"/>
              <a:t>アドレスは自動構成とする</a:t>
            </a:r>
            <a:endParaRPr lang="en-US" altLang="ja-JP" dirty="0"/>
          </a:p>
          <a:p>
            <a:r>
              <a:rPr lang="en-US" altLang="ja-JP" dirty="0"/>
              <a:t>3F</a:t>
            </a:r>
            <a:r>
              <a:rPr lang="ja-JP" altLang="en-US" dirty="0" err="1"/>
              <a:t>には</a:t>
            </a:r>
            <a:r>
              <a:rPr lang="ja-JP" altLang="en-US" dirty="0"/>
              <a:t>サーバルームを設置する（サーバに保存しているデータは、情報セキュリティ上クライアント</a:t>
            </a:r>
            <a:r>
              <a:rPr lang="en-US" altLang="ja-JP" dirty="0"/>
              <a:t>PC</a:t>
            </a:r>
            <a:r>
              <a:rPr lang="ja-JP" altLang="en-US" dirty="0"/>
              <a:t>とは別セグメントで管理する）</a:t>
            </a:r>
            <a:endParaRPr lang="en-US" altLang="ja-JP" dirty="0"/>
          </a:p>
          <a:p>
            <a:r>
              <a:rPr lang="ja-JP" altLang="en-US" dirty="0"/>
              <a:t>全てのクライアント</a:t>
            </a:r>
            <a:r>
              <a:rPr lang="en-US" altLang="ja-JP" dirty="0"/>
              <a:t>PC</a:t>
            </a:r>
            <a:r>
              <a:rPr lang="ja-JP" altLang="en-US" dirty="0"/>
              <a:t>から社内サーバのサービスが利用できる</a:t>
            </a:r>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14</a:t>
            </a:fld>
            <a:endParaRPr lang="en-US" altLang="ja-JP"/>
          </a:p>
        </p:txBody>
      </p:sp>
    </p:spTree>
    <p:extLst>
      <p:ext uri="{BB962C8B-B14F-4D97-AF65-F5344CB8AC3E}">
        <p14:creationId xmlns:p14="http://schemas.microsoft.com/office/powerpoint/2010/main" val="908487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ネットワーク要件②</a:t>
            </a:r>
            <a:endParaRPr kumimoji="1" lang="ja-JP" altLang="en-US" dirty="0"/>
          </a:p>
        </p:txBody>
      </p:sp>
      <p:sp>
        <p:nvSpPr>
          <p:cNvPr id="3" name="コンテンツ プレースホルダー 2"/>
          <p:cNvSpPr>
            <a:spLocks noGrp="1"/>
          </p:cNvSpPr>
          <p:nvPr>
            <p:ph idx="1"/>
          </p:nvPr>
        </p:nvSpPr>
        <p:spPr/>
        <p:txBody>
          <a:bodyPr/>
          <a:lstStyle/>
          <a:p>
            <a:r>
              <a:rPr lang="ja-JP" altLang="en-US" dirty="0"/>
              <a:t>トラフィック量の増加、社員の増加など将来的な拡張を考慮した構成にする</a:t>
            </a:r>
            <a:endParaRPr lang="en-US" altLang="ja-JP" dirty="0"/>
          </a:p>
          <a:p>
            <a:r>
              <a:rPr lang="ja-JP" altLang="en-US" dirty="0"/>
              <a:t>可能な限り耐障害性の高い構成になるように考慮する</a:t>
            </a:r>
            <a:endParaRPr lang="en-US" altLang="ja-JP" dirty="0"/>
          </a:p>
          <a:p>
            <a:r>
              <a:rPr lang="ja-JP" altLang="en-US" dirty="0"/>
              <a:t>障害時の通信断を最小限に抑えるための機能を考慮する</a:t>
            </a:r>
            <a:endParaRPr lang="en-US" altLang="ja-JP" dirty="0"/>
          </a:p>
          <a:p>
            <a:r>
              <a:rPr lang="ja-JP" altLang="en-US" dirty="0"/>
              <a:t>全てのデバイスに管理機能を設定する</a:t>
            </a:r>
            <a:endParaRPr lang="en-US" altLang="ja-JP" dirty="0"/>
          </a:p>
          <a:p>
            <a:r>
              <a:rPr lang="ja-JP" altLang="en-US" dirty="0"/>
              <a:t>不正なデバイスが追加されないようセキュリティ機能を設定する</a:t>
            </a:r>
            <a:endParaRPr lang="en-US" altLang="ja-JP" dirty="0"/>
          </a:p>
          <a:p>
            <a:r>
              <a:rPr lang="ja-JP" altLang="en-US" dirty="0"/>
              <a:t>拠点内のルーティングプロトコルは</a:t>
            </a:r>
            <a:r>
              <a:rPr lang="en-US" altLang="ja-JP" dirty="0"/>
              <a:t>OSPF</a:t>
            </a:r>
            <a:r>
              <a:rPr lang="ja-JP" altLang="en-US" dirty="0"/>
              <a:t>を使用する</a:t>
            </a:r>
            <a:endParaRPr lang="en-US" altLang="ja-JP" dirty="0"/>
          </a:p>
          <a:p>
            <a:r>
              <a:rPr lang="en-US" altLang="ja-JP" dirty="0"/>
              <a:t>IP</a:t>
            </a:r>
            <a:r>
              <a:rPr lang="ja-JP" altLang="en-US" dirty="0"/>
              <a:t>アドレスは集約可能な階層型</a:t>
            </a:r>
            <a:r>
              <a:rPr lang="en-US" altLang="ja-JP" dirty="0"/>
              <a:t>IP</a:t>
            </a:r>
            <a:r>
              <a:rPr lang="ja-JP" altLang="en-US" dirty="0"/>
              <a:t>アドレス設計にする</a:t>
            </a:r>
            <a:endParaRPr lang="en-US" altLang="ja-JP" dirty="0"/>
          </a:p>
          <a:p>
            <a:endParaRPr lang="en-US" altLang="ja-JP" dirty="0"/>
          </a:p>
          <a:p>
            <a:endParaRPr lang="ja-JP" altLang="en-US" dirty="0"/>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15</a:t>
            </a:fld>
            <a:endParaRPr lang="en-US" altLang="ja-JP"/>
          </a:p>
        </p:txBody>
      </p:sp>
    </p:spTree>
    <p:extLst>
      <p:ext uri="{BB962C8B-B14F-4D97-AF65-F5344CB8AC3E}">
        <p14:creationId xmlns:p14="http://schemas.microsoft.com/office/powerpoint/2010/main" val="1698808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拠点間接続要件</a:t>
            </a:r>
            <a:endParaRPr kumimoji="1" lang="ja-JP" altLang="en-US" dirty="0"/>
          </a:p>
        </p:txBody>
      </p:sp>
      <p:sp>
        <p:nvSpPr>
          <p:cNvPr id="3" name="コンテンツ プレースホルダー 2"/>
          <p:cNvSpPr>
            <a:spLocks noGrp="1"/>
          </p:cNvSpPr>
          <p:nvPr>
            <p:ph idx="1"/>
          </p:nvPr>
        </p:nvSpPr>
        <p:spPr/>
        <p:txBody>
          <a:bodyPr/>
          <a:lstStyle/>
          <a:p>
            <a:r>
              <a:rPr lang="ja-JP" altLang="en-US" dirty="0"/>
              <a:t>拠点間接続のためのルータを</a:t>
            </a:r>
            <a:r>
              <a:rPr lang="en-US" altLang="ja-JP" dirty="0"/>
              <a:t>2</a:t>
            </a:r>
            <a:r>
              <a:rPr lang="ja-JP" altLang="en-US" dirty="0"/>
              <a:t>台設置して、</a:t>
            </a:r>
            <a:r>
              <a:rPr lang="en-US" altLang="ja-JP" dirty="0"/>
              <a:t>IP-VPN</a:t>
            </a:r>
            <a:r>
              <a:rPr lang="ja-JP" altLang="en-US" dirty="0"/>
              <a:t>サービスで接続する</a:t>
            </a:r>
            <a:endParaRPr lang="en-US" altLang="ja-JP" dirty="0"/>
          </a:p>
          <a:p>
            <a:r>
              <a:rPr lang="ja-JP" altLang="en-US" dirty="0"/>
              <a:t>ルータを</a:t>
            </a:r>
            <a:r>
              <a:rPr lang="en-US" altLang="ja-JP" dirty="0"/>
              <a:t>2</a:t>
            </a:r>
            <a:r>
              <a:rPr lang="ja-JP" altLang="en-US" dirty="0"/>
              <a:t>系用意して、ロードバランシングするよう経路調整を行う</a:t>
            </a:r>
          </a:p>
        </p:txBody>
      </p:sp>
      <p:sp>
        <p:nvSpPr>
          <p:cNvPr id="6" name="スライド番号プレースホルダー 5"/>
          <p:cNvSpPr>
            <a:spLocks noGrp="1"/>
          </p:cNvSpPr>
          <p:nvPr>
            <p:ph type="sldNum" sz="quarter" idx="10"/>
          </p:nvPr>
        </p:nvSpPr>
        <p:spPr/>
        <p:txBody>
          <a:bodyPr/>
          <a:lstStyle/>
          <a:p>
            <a:pPr>
              <a:defRPr/>
            </a:pPr>
            <a:fld id="{6473A3B0-58AE-433D-A882-9F2FA7063A30}" type="slidenum">
              <a:rPr lang="ja-JP" altLang="en-US" smtClean="0"/>
              <a:pPr>
                <a:defRPr/>
              </a:pPr>
              <a:t>16</a:t>
            </a:fld>
            <a:endParaRPr lang="en-US" altLang="ja-JP"/>
          </a:p>
        </p:txBody>
      </p:sp>
    </p:spTree>
    <p:extLst>
      <p:ext uri="{BB962C8B-B14F-4D97-AF65-F5344CB8AC3E}">
        <p14:creationId xmlns:p14="http://schemas.microsoft.com/office/powerpoint/2010/main" val="194901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1E1CD9-2818-42C5-9D36-27277FB60E1A}"/>
              </a:ext>
            </a:extLst>
          </p:cNvPr>
          <p:cNvSpPr>
            <a:spLocks noGrp="1"/>
          </p:cNvSpPr>
          <p:nvPr>
            <p:ph type="ctrTitle"/>
          </p:nvPr>
        </p:nvSpPr>
        <p:spPr>
          <a:xfrm>
            <a:off x="989944" y="3002263"/>
            <a:ext cx="7181850" cy="535531"/>
          </a:xfrm>
        </p:spPr>
        <p:txBody>
          <a:bodyPr/>
          <a:lstStyle/>
          <a:p>
            <a:r>
              <a:rPr lang="ja-JP" altLang="en-US" dirty="0"/>
              <a:t>ネットワーク詳細設計書</a:t>
            </a:r>
            <a:endParaRPr kumimoji="1" lang="ja-JP" altLang="en-US" dirty="0"/>
          </a:p>
        </p:txBody>
      </p:sp>
      <p:sp>
        <p:nvSpPr>
          <p:cNvPr id="4" name="スライド番号プレースホルダー 3"/>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17</a:t>
            </a:fld>
            <a:endParaRPr lang="en-US" altLang="ja-JP" dirty="0"/>
          </a:p>
        </p:txBody>
      </p:sp>
    </p:spTree>
    <p:extLst>
      <p:ext uri="{BB962C8B-B14F-4D97-AF65-F5344CB8AC3E}">
        <p14:creationId xmlns:p14="http://schemas.microsoft.com/office/powerpoint/2010/main" val="731738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1594FC-E4FF-F701-90EC-2A7B972037A2}"/>
              </a:ext>
            </a:extLst>
          </p:cNvPr>
          <p:cNvSpPr>
            <a:spLocks noGrp="1"/>
          </p:cNvSpPr>
          <p:nvPr>
            <p:ph type="title"/>
          </p:nvPr>
        </p:nvSpPr>
        <p:spPr/>
        <p:txBody>
          <a:bodyPr/>
          <a:lstStyle/>
          <a:p>
            <a:r>
              <a:rPr kumimoji="1" lang="ja-JP" altLang="en-US" dirty="0"/>
              <a:t>ネットワーク構成図</a:t>
            </a:r>
          </a:p>
        </p:txBody>
      </p:sp>
      <p:sp>
        <p:nvSpPr>
          <p:cNvPr id="3" name="コンテンツ プレースホルダー 2">
            <a:extLst>
              <a:ext uri="{FF2B5EF4-FFF2-40B4-BE49-F238E27FC236}">
                <a16:creationId xmlns:a16="http://schemas.microsoft.com/office/drawing/2014/main" id="{1ECFC0A3-9C92-0876-69A4-E15A37F04F66}"/>
              </a:ext>
            </a:extLst>
          </p:cNvPr>
          <p:cNvSpPr>
            <a:spLocks noGrp="1"/>
          </p:cNvSpPr>
          <p:nvPr>
            <p:ph idx="1"/>
          </p:nvPr>
        </p:nvSpPr>
        <p:spPr/>
        <p:txBody>
          <a:bodyPr/>
          <a:lstStyle/>
          <a:p>
            <a:r>
              <a:rPr lang="ja-JP" altLang="en-US" dirty="0"/>
              <a:t>別紙：②ネットワーク構成図</a:t>
            </a:r>
            <a:r>
              <a:rPr lang="en-US" altLang="ja-JP" dirty="0"/>
              <a:t>(TC).pptx</a:t>
            </a:r>
            <a:endParaRPr kumimoji="1" lang="ja-JP" altLang="en-US" dirty="0"/>
          </a:p>
        </p:txBody>
      </p:sp>
      <p:sp>
        <p:nvSpPr>
          <p:cNvPr id="4" name="スライド番号プレースホルダー 3">
            <a:extLst>
              <a:ext uri="{FF2B5EF4-FFF2-40B4-BE49-F238E27FC236}">
                <a16:creationId xmlns:a16="http://schemas.microsoft.com/office/drawing/2014/main" id="{CB2E0C80-EDC0-5941-A839-6DCF5F7B7230}"/>
              </a:ext>
            </a:extLst>
          </p:cNvPr>
          <p:cNvSpPr>
            <a:spLocks noGrp="1"/>
          </p:cNvSpPr>
          <p:nvPr>
            <p:ph type="sldNum" sz="quarter" idx="10"/>
          </p:nvPr>
        </p:nvSpPr>
        <p:spPr/>
        <p:txBody>
          <a:bodyPr/>
          <a:lstStyle/>
          <a:p>
            <a:pPr>
              <a:defRPr/>
            </a:pPr>
            <a:fld id="{317FD5BC-56C6-4791-9AE8-E48ACCBD4B05}" type="slidenum">
              <a:rPr lang="ja-JP" altLang="en-US" smtClean="0"/>
              <a:pPr>
                <a:defRPr/>
              </a:pPr>
              <a:t>18</a:t>
            </a:fld>
            <a:endParaRPr lang="en-US" altLang="ja-JP" dirty="0"/>
          </a:p>
        </p:txBody>
      </p:sp>
    </p:spTree>
    <p:extLst>
      <p:ext uri="{BB962C8B-B14F-4D97-AF65-F5344CB8AC3E}">
        <p14:creationId xmlns:p14="http://schemas.microsoft.com/office/powerpoint/2010/main" val="279458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D620-8F85-972E-BFFB-D0333B454B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44D15E-7CB1-6779-74D9-6C0BE4C38EA2}"/>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～物理設計～</a:t>
            </a:r>
            <a:endParaRPr kumimoji="1" lang="ja-JP" altLang="en-US" dirty="0"/>
          </a:p>
        </p:txBody>
      </p:sp>
      <p:sp>
        <p:nvSpPr>
          <p:cNvPr id="4" name="スライド番号プレースホルダー 3">
            <a:extLst>
              <a:ext uri="{FF2B5EF4-FFF2-40B4-BE49-F238E27FC236}">
                <a16:creationId xmlns:a16="http://schemas.microsoft.com/office/drawing/2014/main" id="{D78BE85C-7168-E30D-7050-9DE24105EB63}"/>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19</a:t>
            </a:fld>
            <a:endParaRPr lang="en-US" altLang="ja-JP" dirty="0"/>
          </a:p>
        </p:txBody>
      </p:sp>
    </p:spTree>
    <p:extLst>
      <p:ext uri="{BB962C8B-B14F-4D97-AF65-F5344CB8AC3E}">
        <p14:creationId xmlns:p14="http://schemas.microsoft.com/office/powerpoint/2010/main" val="4216867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8260DB-CAC2-5467-1789-2BDE1F6C69EF}"/>
              </a:ext>
            </a:extLst>
          </p:cNvPr>
          <p:cNvSpPr>
            <a:spLocks noGrp="1"/>
          </p:cNvSpPr>
          <p:nvPr>
            <p:ph type="title"/>
          </p:nvPr>
        </p:nvSpPr>
        <p:spPr/>
        <p:txBody>
          <a:bodyPr/>
          <a:lstStyle/>
          <a:p>
            <a:r>
              <a:rPr lang="ja-JP" altLang="en-US" dirty="0"/>
              <a:t>物理設計①</a:t>
            </a:r>
            <a:endParaRPr kumimoji="1" lang="ja-JP" altLang="en-US" dirty="0"/>
          </a:p>
        </p:txBody>
      </p:sp>
      <p:sp>
        <p:nvSpPr>
          <p:cNvPr id="3" name="コンテンツ プレースホルダー 2">
            <a:extLst>
              <a:ext uri="{FF2B5EF4-FFF2-40B4-BE49-F238E27FC236}">
                <a16:creationId xmlns:a16="http://schemas.microsoft.com/office/drawing/2014/main" id="{A155B098-305C-BA4A-02C0-22DFC7545584}"/>
              </a:ext>
            </a:extLst>
          </p:cNvPr>
          <p:cNvSpPr>
            <a:spLocks noGrp="1"/>
          </p:cNvSpPr>
          <p:nvPr>
            <p:ph idx="1"/>
          </p:nvPr>
        </p:nvSpPr>
        <p:spPr/>
        <p:txBody>
          <a:bodyPr/>
          <a:lstStyle/>
          <a:p>
            <a:r>
              <a:rPr lang="ja-JP" altLang="en-US" sz="2400" dirty="0"/>
              <a:t>機器構成</a:t>
            </a:r>
            <a:endParaRPr lang="en-US" altLang="ja-JP" sz="2400" dirty="0"/>
          </a:p>
          <a:p>
            <a:pPr lvl="1"/>
            <a:r>
              <a:rPr lang="ja-JP" altLang="en-US" sz="2000" dirty="0"/>
              <a:t>クライアント</a:t>
            </a:r>
            <a:r>
              <a:rPr lang="en-US" altLang="ja-JP" sz="2000" dirty="0"/>
              <a:t>PC</a:t>
            </a:r>
            <a:r>
              <a:rPr lang="ja-JP" altLang="en-US" sz="2000" dirty="0"/>
              <a:t>を収容するため、</a:t>
            </a:r>
            <a:r>
              <a:rPr lang="en-US" altLang="ja-JP" sz="2000" dirty="0"/>
              <a:t>L2SW</a:t>
            </a:r>
            <a:r>
              <a:rPr lang="ja-JP" altLang="en-US" sz="2000" dirty="0"/>
              <a:t>を設置する</a:t>
            </a:r>
          </a:p>
          <a:p>
            <a:pPr lvl="1"/>
            <a:r>
              <a:rPr lang="ja-JP" altLang="en-US" sz="2000" dirty="0"/>
              <a:t>サーバを収容する</a:t>
            </a:r>
            <a:r>
              <a:rPr lang="en-US" altLang="ja-JP" sz="2000" dirty="0"/>
              <a:t>L2SW</a:t>
            </a:r>
            <a:r>
              <a:rPr lang="ja-JP" altLang="en-US" sz="2000" dirty="0"/>
              <a:t>は、専用の機器をサーバルームに設置する</a:t>
            </a:r>
            <a:endParaRPr lang="en-US" altLang="ja-JP" sz="2000" dirty="0"/>
          </a:p>
          <a:p>
            <a:pPr lvl="1"/>
            <a:r>
              <a:rPr lang="ja-JP" altLang="en-US" sz="2000" dirty="0"/>
              <a:t>社内ルーティング用の</a:t>
            </a:r>
            <a:r>
              <a:rPr lang="en-US" altLang="ja-JP" sz="2000" dirty="0"/>
              <a:t>L3SW</a:t>
            </a:r>
            <a:r>
              <a:rPr lang="ja-JP" altLang="en-US" sz="2000" dirty="0"/>
              <a:t>を設置し、各</a:t>
            </a:r>
            <a:r>
              <a:rPr lang="en-US" altLang="ja-JP" sz="2000" dirty="0"/>
              <a:t>L2SW</a:t>
            </a:r>
            <a:r>
              <a:rPr lang="ja-JP" altLang="en-US" sz="2000" dirty="0"/>
              <a:t>を収容する。なお耐障害性を高めるため、</a:t>
            </a:r>
            <a:r>
              <a:rPr lang="en-US" altLang="ja-JP" sz="2000" dirty="0"/>
              <a:t>L3SW</a:t>
            </a:r>
            <a:r>
              <a:rPr lang="ja-JP" altLang="en-US" sz="2000" dirty="0"/>
              <a:t>を</a:t>
            </a:r>
            <a:r>
              <a:rPr lang="en-US" altLang="ja-JP" sz="2000" dirty="0"/>
              <a:t>2</a:t>
            </a:r>
            <a:r>
              <a:rPr lang="ja-JP" altLang="en-US" sz="2000" dirty="0"/>
              <a:t>台導入し、冗長構成とする</a:t>
            </a:r>
            <a:endParaRPr lang="en-US" altLang="ja-JP" sz="2000" dirty="0"/>
          </a:p>
          <a:p>
            <a:pPr lvl="1"/>
            <a:r>
              <a:rPr lang="ja-JP" altLang="en-US" sz="2000" dirty="0"/>
              <a:t>将来的に拠点を増設し、キャンパスネットワークで拠点を集約する</a:t>
            </a:r>
            <a:br>
              <a:rPr lang="en-US" altLang="ja-JP" sz="2000" dirty="0"/>
            </a:br>
            <a:r>
              <a:rPr lang="ja-JP" altLang="en-US" sz="2000" dirty="0"/>
              <a:t>耐障害性を高めるため、コアレイヤに</a:t>
            </a:r>
            <a:r>
              <a:rPr lang="en-US" altLang="ja-JP" sz="2000" dirty="0"/>
              <a:t>L3SW</a:t>
            </a:r>
            <a:r>
              <a:rPr lang="ja-JP" altLang="en-US" sz="2000" dirty="0"/>
              <a:t>を</a:t>
            </a:r>
            <a:r>
              <a:rPr lang="en-US" altLang="ja-JP" sz="2000" dirty="0"/>
              <a:t>2</a:t>
            </a:r>
            <a:r>
              <a:rPr lang="ja-JP" altLang="en-US" sz="2000" dirty="0"/>
              <a:t>台導入し、冗長構成とする</a:t>
            </a:r>
            <a:endParaRPr lang="en-US" altLang="ja-JP" sz="2000" dirty="0"/>
          </a:p>
          <a:p>
            <a:pPr lvl="1"/>
            <a:r>
              <a:rPr lang="ja-JP" altLang="en-US" sz="2000" dirty="0"/>
              <a:t>拠点間を</a:t>
            </a:r>
            <a:r>
              <a:rPr lang="en-US" altLang="ja-JP" sz="2000" dirty="0"/>
              <a:t>IP-VPN</a:t>
            </a:r>
            <a:r>
              <a:rPr lang="ja-JP" altLang="en-US" sz="2000" dirty="0"/>
              <a:t>サービスで接続するため、ルータを設置する</a:t>
            </a:r>
            <a:br>
              <a:rPr lang="en-US" altLang="ja-JP" sz="2000" dirty="0"/>
            </a:br>
            <a:r>
              <a:rPr lang="ja-JP" altLang="en-US" sz="2000" dirty="0"/>
              <a:t>なお耐障害性を高めるため、ルータを</a:t>
            </a:r>
            <a:r>
              <a:rPr lang="en-US" altLang="ja-JP" sz="2000" dirty="0"/>
              <a:t>2</a:t>
            </a:r>
            <a:r>
              <a:rPr lang="ja-JP" altLang="en-US" sz="2000" dirty="0"/>
              <a:t>台導入し、冗長構成とする</a:t>
            </a:r>
            <a:endParaRPr lang="en-US" altLang="ja-JP" sz="20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2D12ED9A-94AC-9441-90DC-3DEE59257F71}"/>
              </a:ext>
            </a:extLst>
          </p:cNvPr>
          <p:cNvSpPr>
            <a:spLocks noGrp="1"/>
          </p:cNvSpPr>
          <p:nvPr>
            <p:ph type="sldNum" sz="quarter" idx="10"/>
          </p:nvPr>
        </p:nvSpPr>
        <p:spPr/>
        <p:txBody>
          <a:bodyPr/>
          <a:lstStyle/>
          <a:p>
            <a:pPr>
              <a:defRPr/>
            </a:pPr>
            <a:fld id="{317FD5BC-56C6-4791-9AE8-E48ACCBD4B05}" type="slidenum">
              <a:rPr lang="ja-JP" altLang="en-US" smtClean="0"/>
              <a:pPr>
                <a:defRPr/>
              </a:pPr>
              <a:t>20</a:t>
            </a:fld>
            <a:endParaRPr lang="en-US" altLang="ja-JP" dirty="0"/>
          </a:p>
        </p:txBody>
      </p:sp>
    </p:spTree>
    <p:extLst>
      <p:ext uri="{BB962C8B-B14F-4D97-AF65-F5344CB8AC3E}">
        <p14:creationId xmlns:p14="http://schemas.microsoft.com/office/powerpoint/2010/main" val="4230205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B16548-92CB-8A6A-CDDF-287BC8C43906}"/>
              </a:ext>
            </a:extLst>
          </p:cNvPr>
          <p:cNvSpPr>
            <a:spLocks noGrp="1"/>
          </p:cNvSpPr>
          <p:nvPr>
            <p:ph type="title"/>
          </p:nvPr>
        </p:nvSpPr>
        <p:spPr/>
        <p:txBody>
          <a:bodyPr/>
          <a:lstStyle/>
          <a:p>
            <a:r>
              <a:rPr lang="ja-JP" altLang="en-US" dirty="0"/>
              <a:t>物理設計②</a:t>
            </a:r>
            <a:endParaRPr kumimoji="1" lang="ja-JP" altLang="en-US" dirty="0"/>
          </a:p>
        </p:txBody>
      </p:sp>
      <p:sp>
        <p:nvSpPr>
          <p:cNvPr id="3" name="コンテンツ プレースホルダー 2">
            <a:extLst>
              <a:ext uri="{FF2B5EF4-FFF2-40B4-BE49-F238E27FC236}">
                <a16:creationId xmlns:a16="http://schemas.microsoft.com/office/drawing/2014/main" id="{A1E9A966-3B2D-FF60-3A34-8098CE97B41A}"/>
              </a:ext>
            </a:extLst>
          </p:cNvPr>
          <p:cNvSpPr>
            <a:spLocks noGrp="1"/>
          </p:cNvSpPr>
          <p:nvPr>
            <p:ph idx="1"/>
          </p:nvPr>
        </p:nvSpPr>
        <p:spPr/>
        <p:txBody>
          <a:bodyPr/>
          <a:lstStyle/>
          <a:p>
            <a:r>
              <a:rPr lang="ja-JP" altLang="en-US" sz="2400" dirty="0"/>
              <a:t>ポート構成（</a:t>
            </a:r>
            <a:r>
              <a:rPr lang="en-US" altLang="ja-JP" sz="2400" dirty="0"/>
              <a:t>L2SW</a:t>
            </a:r>
            <a:r>
              <a:rPr lang="ja-JP" altLang="en-US" sz="2400" dirty="0"/>
              <a:t>）</a:t>
            </a:r>
          </a:p>
          <a:p>
            <a:pPr lvl="1"/>
            <a:r>
              <a:rPr lang="ja-JP" altLang="en-US" sz="2000" dirty="0"/>
              <a:t>クライアント</a:t>
            </a:r>
            <a:r>
              <a:rPr lang="en-US" altLang="ja-JP" sz="2000" dirty="0"/>
              <a:t>PC</a:t>
            </a:r>
            <a:r>
              <a:rPr lang="ja-JP" altLang="en-US" sz="2000" dirty="0"/>
              <a:t>およびサーバを接続するポートは、最初のポートから順に使用する</a:t>
            </a:r>
          </a:p>
          <a:p>
            <a:pPr lvl="1"/>
            <a:r>
              <a:rPr lang="ja-JP" altLang="en-US" sz="2000" dirty="0"/>
              <a:t>クライアント</a:t>
            </a:r>
            <a:r>
              <a:rPr lang="en-US" altLang="ja-JP" sz="2000" dirty="0"/>
              <a:t>PC</a:t>
            </a:r>
            <a:r>
              <a:rPr lang="ja-JP" altLang="en-US" sz="2000" dirty="0"/>
              <a:t>を接続するポートは、部署毎に</a:t>
            </a:r>
            <a:r>
              <a:rPr lang="en-US" altLang="ja-JP" sz="2000" dirty="0"/>
              <a:t>VLAN</a:t>
            </a:r>
            <a:r>
              <a:rPr lang="ja-JP" altLang="en-US" sz="2000" dirty="0"/>
              <a:t>を割り当てる</a:t>
            </a:r>
            <a:endParaRPr lang="en-US" altLang="ja-JP" sz="2000" dirty="0"/>
          </a:p>
          <a:p>
            <a:pPr lvl="1"/>
            <a:r>
              <a:rPr lang="ja-JP" altLang="en-US" sz="2000" dirty="0"/>
              <a:t>サーバを接続するポートには、</a:t>
            </a:r>
            <a:r>
              <a:rPr lang="en-US" altLang="ja-JP" sz="2000" dirty="0"/>
              <a:t>VLAN 100</a:t>
            </a:r>
            <a:r>
              <a:rPr lang="ja-JP" altLang="en-US" sz="2000" dirty="0"/>
              <a:t>を割り当てる</a:t>
            </a:r>
            <a:endParaRPr lang="en-US" altLang="ja-JP" sz="2000" dirty="0"/>
          </a:p>
          <a:p>
            <a:pPr lvl="1"/>
            <a:r>
              <a:rPr lang="en-US" altLang="ja-JP" sz="2000" dirty="0"/>
              <a:t>VLAN</a:t>
            </a:r>
            <a:r>
              <a:rPr lang="ja-JP" altLang="en-US" sz="2000" dirty="0"/>
              <a:t>を追加する場合、</a:t>
            </a:r>
            <a:r>
              <a:rPr lang="en-US" altLang="ja-JP" sz="2000" dirty="0"/>
              <a:t>VLAN ID</a:t>
            </a:r>
            <a:r>
              <a:rPr lang="ja-JP" altLang="en-US" sz="2000" dirty="0"/>
              <a:t>はクライアント</a:t>
            </a:r>
            <a:r>
              <a:rPr lang="en-US" altLang="ja-JP" sz="2000" dirty="0"/>
              <a:t>PC</a:t>
            </a:r>
            <a:r>
              <a:rPr lang="ja-JP" altLang="en-US" sz="2000" dirty="0"/>
              <a:t>用に</a:t>
            </a:r>
            <a:r>
              <a:rPr lang="en-US" altLang="ja-JP" sz="2000" dirty="0"/>
              <a:t>”X0”</a:t>
            </a:r>
            <a:r>
              <a:rPr lang="ja-JP" altLang="en-US" sz="2000" dirty="0"/>
              <a:t>を割り当てる</a:t>
            </a:r>
            <a:endParaRPr lang="en-US" altLang="ja-JP" sz="2000" dirty="0"/>
          </a:p>
          <a:p>
            <a:pPr lvl="2"/>
            <a:r>
              <a:rPr lang="en-US" altLang="ja-JP" sz="1600" dirty="0"/>
              <a:t>X0</a:t>
            </a:r>
            <a:r>
              <a:rPr lang="ja-JP" altLang="en-US" sz="1600" dirty="0"/>
              <a:t>とは、</a:t>
            </a:r>
            <a:r>
              <a:rPr lang="en-US" altLang="ja-JP" sz="1600" dirty="0"/>
              <a:t>10</a:t>
            </a:r>
            <a:r>
              <a:rPr lang="ja-JP" altLang="en-US" sz="1600" dirty="0"/>
              <a:t>や</a:t>
            </a:r>
            <a:r>
              <a:rPr lang="en-US" altLang="ja-JP" sz="1600" dirty="0"/>
              <a:t>20</a:t>
            </a:r>
            <a:r>
              <a:rPr lang="ja-JP" altLang="en-US" sz="1600" dirty="0"/>
              <a:t>などを示す</a:t>
            </a:r>
            <a:endParaRPr lang="en-US" altLang="ja-JP" sz="1600" dirty="0"/>
          </a:p>
          <a:p>
            <a:pPr lvl="1"/>
            <a:r>
              <a:rPr lang="en-US" altLang="ja-JP" sz="2000" dirty="0"/>
              <a:t>L3SW</a:t>
            </a:r>
            <a:r>
              <a:rPr lang="ja-JP" altLang="en-US" sz="2000" dirty="0"/>
              <a:t>と接続するポートは、物理構成図に従う</a:t>
            </a:r>
            <a:endParaRPr lang="en-US" altLang="ja-JP" sz="2000" dirty="0"/>
          </a:p>
          <a:p>
            <a:pPr lvl="1"/>
            <a:r>
              <a:rPr lang="en-US" altLang="ja-JP" sz="2000" dirty="0"/>
              <a:t>L3SW</a:t>
            </a:r>
            <a:r>
              <a:rPr lang="ja-JP" altLang="en-US" sz="2000" dirty="0"/>
              <a:t>と接続するポートは、</a:t>
            </a:r>
            <a:r>
              <a:rPr lang="en-US" altLang="ja-JP" sz="2000" dirty="0"/>
              <a:t>802.1q</a:t>
            </a:r>
            <a:r>
              <a:rPr lang="ja-JP" altLang="en-US" sz="2000" dirty="0"/>
              <a:t>タグを使用する</a:t>
            </a:r>
            <a:endParaRPr lang="en-US" altLang="ja-JP" sz="2000" dirty="0"/>
          </a:p>
          <a:p>
            <a:pPr lvl="1"/>
            <a:r>
              <a:rPr lang="ja-JP" altLang="en-US" sz="2000" dirty="0"/>
              <a:t>クライアント接続用の</a:t>
            </a:r>
            <a:r>
              <a:rPr lang="en-US" altLang="ja-JP" sz="2000" dirty="0"/>
              <a:t>L2SW</a:t>
            </a:r>
            <a:r>
              <a:rPr lang="ja-JP" altLang="en-US" sz="2000" dirty="0"/>
              <a:t>は、</a:t>
            </a:r>
            <a:r>
              <a:rPr lang="en-US" altLang="ja-JP" sz="2000" dirty="0"/>
              <a:t>Telnet</a:t>
            </a:r>
            <a:r>
              <a:rPr lang="ja-JP" altLang="en-US" sz="2000" dirty="0"/>
              <a:t>接続で管理できるように管理</a:t>
            </a:r>
            <a:r>
              <a:rPr lang="en-US" altLang="ja-JP" sz="2000" dirty="0"/>
              <a:t>VLAN99</a:t>
            </a:r>
            <a:r>
              <a:rPr lang="ja-JP" altLang="en-US" sz="2000" dirty="0"/>
              <a:t>を作成する</a:t>
            </a:r>
            <a:endParaRPr lang="en-US" altLang="ja-JP" sz="2000" dirty="0"/>
          </a:p>
          <a:p>
            <a:pPr lvl="1"/>
            <a:r>
              <a:rPr lang="ja-JP" altLang="en-US" sz="2000" dirty="0"/>
              <a:t>未使用ポートは</a:t>
            </a:r>
            <a:r>
              <a:rPr lang="en-US" altLang="ja-JP" sz="2000" dirty="0"/>
              <a:t>shutdown</a:t>
            </a:r>
            <a:r>
              <a:rPr lang="ja-JP" altLang="en-US" sz="2000" dirty="0"/>
              <a:t>しておく</a:t>
            </a:r>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A54D7A13-AB76-134A-BEF5-A839C607615E}"/>
              </a:ext>
            </a:extLst>
          </p:cNvPr>
          <p:cNvSpPr>
            <a:spLocks noGrp="1"/>
          </p:cNvSpPr>
          <p:nvPr>
            <p:ph type="sldNum" sz="quarter" idx="10"/>
          </p:nvPr>
        </p:nvSpPr>
        <p:spPr/>
        <p:txBody>
          <a:bodyPr/>
          <a:lstStyle/>
          <a:p>
            <a:pPr>
              <a:defRPr/>
            </a:pPr>
            <a:fld id="{317FD5BC-56C6-4791-9AE8-E48ACCBD4B05}" type="slidenum">
              <a:rPr lang="ja-JP" altLang="en-US" smtClean="0"/>
              <a:pPr>
                <a:defRPr/>
              </a:pPr>
              <a:t>21</a:t>
            </a:fld>
            <a:endParaRPr lang="en-US" altLang="ja-JP" dirty="0"/>
          </a:p>
        </p:txBody>
      </p:sp>
    </p:spTree>
    <p:extLst>
      <p:ext uri="{BB962C8B-B14F-4D97-AF65-F5344CB8AC3E}">
        <p14:creationId xmlns:p14="http://schemas.microsoft.com/office/powerpoint/2010/main" val="2139446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068FF2-E4E2-1361-4709-A729FCE2A314}"/>
              </a:ext>
            </a:extLst>
          </p:cNvPr>
          <p:cNvSpPr>
            <a:spLocks noGrp="1"/>
          </p:cNvSpPr>
          <p:nvPr>
            <p:ph type="title"/>
          </p:nvPr>
        </p:nvSpPr>
        <p:spPr/>
        <p:txBody>
          <a:bodyPr/>
          <a:lstStyle/>
          <a:p>
            <a:r>
              <a:rPr lang="ja-JP" altLang="en-US" dirty="0"/>
              <a:t>物理設計③</a:t>
            </a:r>
            <a:endParaRPr kumimoji="1" lang="ja-JP" altLang="en-US" dirty="0"/>
          </a:p>
        </p:txBody>
      </p:sp>
      <p:sp>
        <p:nvSpPr>
          <p:cNvPr id="3" name="コンテンツ プレースホルダー 2">
            <a:extLst>
              <a:ext uri="{FF2B5EF4-FFF2-40B4-BE49-F238E27FC236}">
                <a16:creationId xmlns:a16="http://schemas.microsoft.com/office/drawing/2014/main" id="{A3462034-EE87-0FD4-FFC9-7E20AD2F6047}"/>
              </a:ext>
            </a:extLst>
          </p:cNvPr>
          <p:cNvSpPr>
            <a:spLocks noGrp="1"/>
          </p:cNvSpPr>
          <p:nvPr>
            <p:ph idx="1"/>
          </p:nvPr>
        </p:nvSpPr>
        <p:spPr/>
        <p:txBody>
          <a:bodyPr/>
          <a:lstStyle/>
          <a:p>
            <a:r>
              <a:rPr lang="en-US" altLang="ja-JP" sz="2400" dirty="0"/>
              <a:t>L2SW </a:t>
            </a:r>
            <a:r>
              <a:rPr lang="ja-JP" altLang="en-US" sz="2400" dirty="0"/>
              <a:t>ポート構成表</a:t>
            </a:r>
            <a:endParaRPr lang="ja-JP" altLang="en-US" sz="2000" dirty="0"/>
          </a:p>
          <a:p>
            <a:endParaRPr kumimoji="1" lang="ja-JP" altLang="en-US" dirty="0"/>
          </a:p>
        </p:txBody>
      </p:sp>
      <p:sp>
        <p:nvSpPr>
          <p:cNvPr id="4" name="スライド番号プレースホルダー 3">
            <a:extLst>
              <a:ext uri="{FF2B5EF4-FFF2-40B4-BE49-F238E27FC236}">
                <a16:creationId xmlns:a16="http://schemas.microsoft.com/office/drawing/2014/main" id="{C6CD71AD-8ED2-D9CF-DD9F-36D18D5ECADC}"/>
              </a:ext>
            </a:extLst>
          </p:cNvPr>
          <p:cNvSpPr>
            <a:spLocks noGrp="1"/>
          </p:cNvSpPr>
          <p:nvPr>
            <p:ph type="sldNum" sz="quarter" idx="10"/>
          </p:nvPr>
        </p:nvSpPr>
        <p:spPr/>
        <p:txBody>
          <a:bodyPr/>
          <a:lstStyle/>
          <a:p>
            <a:pPr>
              <a:defRPr/>
            </a:pPr>
            <a:fld id="{317FD5BC-56C6-4791-9AE8-E48ACCBD4B05}" type="slidenum">
              <a:rPr lang="ja-JP" altLang="en-US" smtClean="0"/>
              <a:pPr>
                <a:defRPr/>
              </a:pPr>
              <a:t>22</a:t>
            </a:fld>
            <a:endParaRPr lang="en-US" altLang="ja-JP" dirty="0"/>
          </a:p>
        </p:txBody>
      </p:sp>
      <p:graphicFrame>
        <p:nvGraphicFramePr>
          <p:cNvPr id="5" name="表 4">
            <a:extLst>
              <a:ext uri="{FF2B5EF4-FFF2-40B4-BE49-F238E27FC236}">
                <a16:creationId xmlns:a16="http://schemas.microsoft.com/office/drawing/2014/main" id="{7E64C7AC-DAFB-B7B0-EA1B-B757DC3D9670}"/>
              </a:ext>
            </a:extLst>
          </p:cNvPr>
          <p:cNvGraphicFramePr>
            <a:graphicFrameLocks noGrp="1"/>
          </p:cNvGraphicFramePr>
          <p:nvPr>
            <p:extLst>
              <p:ext uri="{D42A27DB-BD31-4B8C-83A1-F6EECF244321}">
                <p14:modId xmlns:p14="http://schemas.microsoft.com/office/powerpoint/2010/main" val="2386718224"/>
              </p:ext>
            </p:extLst>
          </p:nvPr>
        </p:nvGraphicFramePr>
        <p:xfrm>
          <a:off x="289167" y="1045845"/>
          <a:ext cx="8295322" cy="5594985"/>
        </p:xfrm>
        <a:graphic>
          <a:graphicData uri="http://schemas.openxmlformats.org/drawingml/2006/table">
            <a:tbl>
              <a:tblPr firstRow="1" bandRow="1">
                <a:tableStyleId>{5C22544A-7EE6-4342-B048-85BDC9FD1C3A}</a:tableStyleId>
              </a:tblPr>
              <a:tblGrid>
                <a:gridCol w="1698526">
                  <a:extLst>
                    <a:ext uri="{9D8B030D-6E8A-4147-A177-3AD203B41FA5}">
                      <a16:colId xmlns:a16="http://schemas.microsoft.com/office/drawing/2014/main" val="20000"/>
                    </a:ext>
                  </a:extLst>
                </a:gridCol>
                <a:gridCol w="2176637">
                  <a:extLst>
                    <a:ext uri="{9D8B030D-6E8A-4147-A177-3AD203B41FA5}">
                      <a16:colId xmlns:a16="http://schemas.microsoft.com/office/drawing/2014/main" val="20001"/>
                    </a:ext>
                  </a:extLst>
                </a:gridCol>
                <a:gridCol w="1076960">
                  <a:extLst>
                    <a:ext uri="{9D8B030D-6E8A-4147-A177-3AD203B41FA5}">
                      <a16:colId xmlns:a16="http://schemas.microsoft.com/office/drawing/2014/main" val="20002"/>
                    </a:ext>
                  </a:extLst>
                </a:gridCol>
                <a:gridCol w="944880">
                  <a:extLst>
                    <a:ext uri="{9D8B030D-6E8A-4147-A177-3AD203B41FA5}">
                      <a16:colId xmlns:a16="http://schemas.microsoft.com/office/drawing/2014/main" val="20003"/>
                    </a:ext>
                  </a:extLst>
                </a:gridCol>
                <a:gridCol w="2398319">
                  <a:extLst>
                    <a:ext uri="{9D8B030D-6E8A-4147-A177-3AD203B41FA5}">
                      <a16:colId xmlns:a16="http://schemas.microsoft.com/office/drawing/2014/main" val="20004"/>
                    </a:ext>
                  </a:extLst>
                </a:gridCol>
              </a:tblGrid>
              <a:tr h="365251">
                <a:tc>
                  <a:txBody>
                    <a:bodyPr/>
                    <a:lstStyle/>
                    <a:p>
                      <a:r>
                        <a:rPr kumimoji="1" lang="ja-JP" altLang="en-US" sz="1200" dirty="0"/>
                        <a:t>ホスト名</a:t>
                      </a:r>
                    </a:p>
                  </a:txBody>
                  <a:tcPr/>
                </a:tc>
                <a:tc>
                  <a:txBody>
                    <a:bodyPr/>
                    <a:lstStyle/>
                    <a:p>
                      <a:r>
                        <a:rPr kumimoji="1" lang="ja-JP" altLang="en-US" sz="1200" dirty="0"/>
                        <a:t>割り当てポート</a:t>
                      </a:r>
                    </a:p>
                  </a:txBody>
                  <a:tcPr/>
                </a:tc>
                <a:tc>
                  <a:txBody>
                    <a:bodyPr/>
                    <a:lstStyle/>
                    <a:p>
                      <a:r>
                        <a:rPr kumimoji="1" lang="en-US" altLang="ja-JP" sz="1200" dirty="0"/>
                        <a:t>VLAN ID</a:t>
                      </a:r>
                      <a:endParaRPr kumimoji="1" lang="ja-JP" altLang="en-US" sz="1200" dirty="0"/>
                    </a:p>
                  </a:txBody>
                  <a:tcPr/>
                </a:tc>
                <a:tc>
                  <a:txBody>
                    <a:bodyPr/>
                    <a:lstStyle/>
                    <a:p>
                      <a:r>
                        <a:rPr kumimoji="1" lang="en-US" altLang="ja-JP" sz="1200" dirty="0"/>
                        <a:t>802.1q</a:t>
                      </a:r>
                      <a:endParaRPr kumimoji="1" lang="ja-JP" altLang="en-US" sz="1200" dirty="0"/>
                    </a:p>
                  </a:txBody>
                  <a:tcPr/>
                </a:tc>
                <a:tc>
                  <a:txBody>
                    <a:bodyPr/>
                    <a:lstStyle/>
                    <a:p>
                      <a:r>
                        <a:rPr kumimoji="1" lang="ja-JP" altLang="en-US" sz="1200" dirty="0"/>
                        <a:t>用途</a:t>
                      </a:r>
                    </a:p>
                  </a:txBody>
                  <a:tcPr/>
                </a:tc>
                <a:extLst>
                  <a:ext uri="{0D108BD9-81ED-4DB2-BD59-A6C34878D82A}">
                    <a16:rowId xmlns:a16="http://schemas.microsoft.com/office/drawing/2014/main" val="10000"/>
                  </a:ext>
                </a:extLst>
              </a:tr>
              <a:tr h="0">
                <a:tc rowSpan="8">
                  <a:txBody>
                    <a:bodyPr/>
                    <a:lstStyle/>
                    <a:p>
                      <a:r>
                        <a:rPr kumimoji="1" lang="en-US" altLang="ja-JP" sz="1200" dirty="0"/>
                        <a:t>ASW1</a:t>
                      </a:r>
                      <a:r>
                        <a:rPr kumimoji="1" lang="ja-JP" altLang="en-US" sz="1200" dirty="0"/>
                        <a:t>（</a:t>
                      </a:r>
                      <a:r>
                        <a:rPr kumimoji="1" lang="en-US" altLang="ja-JP" sz="1200" dirty="0"/>
                        <a:t>1F</a:t>
                      </a:r>
                      <a:r>
                        <a:rPr kumimoji="1" lang="ja-JP" alt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FE0/1</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r>
                        <a:rPr kumimoji="1" lang="ja-JP" altLang="en-US" sz="1200" dirty="0"/>
                        <a:t>人事部クライアント</a:t>
                      </a:r>
                    </a:p>
                  </a:txBody>
                  <a:tcPr/>
                </a:tc>
                <a:extLst>
                  <a:ext uri="{0D108BD9-81ED-4DB2-BD59-A6C34878D82A}">
                    <a16:rowId xmlns:a16="http://schemas.microsoft.com/office/drawing/2014/main" val="10001"/>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FE0/2</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20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総務部クライアント</a:t>
                      </a:r>
                    </a:p>
                  </a:txBody>
                  <a:tcPr/>
                </a:tc>
                <a:extLst>
                  <a:ext uri="{0D108BD9-81ED-4DB2-BD59-A6C34878D82A}">
                    <a16:rowId xmlns:a16="http://schemas.microsoft.com/office/drawing/2014/main" val="10002"/>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FE0/3</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30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営業部クライアント</a:t>
                      </a:r>
                    </a:p>
                  </a:txBody>
                  <a:tcPr/>
                </a:tc>
                <a:extLst>
                  <a:ext uri="{0D108BD9-81ED-4DB2-BD59-A6C34878D82A}">
                    <a16:rowId xmlns:a16="http://schemas.microsoft.com/office/drawing/2014/main" val="10003"/>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FE0/4</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40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商品企画開発部クライアント</a:t>
                      </a:r>
                    </a:p>
                  </a:txBody>
                  <a:tcPr/>
                </a:tc>
                <a:extLst>
                  <a:ext uri="{0D108BD9-81ED-4DB2-BD59-A6C34878D82A}">
                    <a16:rowId xmlns:a16="http://schemas.microsoft.com/office/drawing/2014/main" val="10004"/>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FE0/5</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50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マーケティング部クライアント</a:t>
                      </a:r>
                    </a:p>
                  </a:txBody>
                  <a:tcPr/>
                </a:tc>
                <a:extLst>
                  <a:ext uri="{0D108BD9-81ED-4DB2-BD59-A6C34878D82A}">
                    <a16:rowId xmlns:a16="http://schemas.microsoft.com/office/drawing/2014/main" val="10005"/>
                  </a:ext>
                </a:extLst>
              </a:tr>
              <a:tr h="0">
                <a:tc vMerge="1">
                  <a:txBody>
                    <a:bodyPr/>
                    <a:lstStyle/>
                    <a:p>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FE0/6</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60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システム部クライアント</a:t>
                      </a:r>
                    </a:p>
                  </a:txBody>
                  <a:tcPr/>
                </a:tc>
                <a:extLst>
                  <a:ext uri="{0D108BD9-81ED-4DB2-BD59-A6C34878D82A}">
                    <a16:rowId xmlns:a16="http://schemas.microsoft.com/office/drawing/2014/main" val="10006"/>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FE0/7 </a:t>
                      </a:r>
                      <a:r>
                        <a:rPr kumimoji="1" lang="ja-JP" altLang="en-US" sz="1200" dirty="0"/>
                        <a:t>～ </a:t>
                      </a:r>
                      <a:r>
                        <a:rPr kumimoji="1" lang="en-US" altLang="ja-JP" sz="1200" dirty="0"/>
                        <a:t>FE0/8</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a:t>
                      </a:r>
                      <a:r>
                        <a:rPr kumimoji="1" lang="ja-JP" altLang="en-US" sz="1200" dirty="0"/>
                        <a:t>～</a:t>
                      </a:r>
                      <a:r>
                        <a:rPr kumimoji="1" lang="en-US" altLang="ja-JP" sz="1200" dirty="0"/>
                        <a:t>60,99</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DSW</a:t>
                      </a:r>
                      <a:r>
                        <a:rPr kumimoji="1" lang="ja-JP" altLang="en-US" sz="1200" dirty="0"/>
                        <a:t>接続</a:t>
                      </a:r>
                      <a:endParaRPr kumimoji="1" lang="en-US" altLang="ja-JP" sz="1200" dirty="0"/>
                    </a:p>
                  </a:txBody>
                  <a:tcPr/>
                </a:tc>
                <a:extLst>
                  <a:ext uri="{0D108BD9-81ED-4DB2-BD59-A6C34878D82A}">
                    <a16:rowId xmlns:a16="http://schemas.microsoft.com/office/drawing/2014/main" val="10007"/>
                  </a:ext>
                </a:extLst>
              </a:tr>
              <a:tr h="291974">
                <a:tc vMerge="1">
                  <a:txBody>
                    <a:bodyPr/>
                    <a:lstStyle/>
                    <a:p>
                      <a:endParaRPr kumimoji="1" lang="ja-JP"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solidFill>
                            <a:schemeClr val="dk1"/>
                          </a:solidFill>
                          <a:latin typeface="+mn-lt"/>
                          <a:ea typeface="+mn-ea"/>
                          <a:cs typeface="+mn-cs"/>
                        </a:rPr>
                        <a:t>99</a:t>
                      </a:r>
                      <a:endParaRPr kumimoji="1" lang="ja-JP" altLang="en-US" sz="12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dk1"/>
                          </a:solidFill>
                          <a:latin typeface="+mn-lt"/>
                          <a:ea typeface="+mn-ea"/>
                          <a:cs typeface="+mn-cs"/>
                        </a:rPr>
                        <a:t>管理用</a:t>
                      </a:r>
                    </a:p>
                  </a:txBody>
                  <a:tcPr/>
                </a:tc>
                <a:extLst>
                  <a:ext uri="{0D108BD9-81ED-4DB2-BD59-A6C34878D82A}">
                    <a16:rowId xmlns:a16="http://schemas.microsoft.com/office/drawing/2014/main" val="10008"/>
                  </a:ext>
                </a:extLst>
              </a:tr>
              <a:tr h="0">
                <a:tc rowSpan="8">
                  <a:txBody>
                    <a:bodyPr/>
                    <a:lstStyle/>
                    <a:p>
                      <a:r>
                        <a:rPr kumimoji="1" lang="en-US" altLang="ja-JP" sz="1200" dirty="0"/>
                        <a:t>ASW2</a:t>
                      </a:r>
                      <a:r>
                        <a:rPr kumimoji="1" lang="ja-JP" altLang="en-US" sz="1200" dirty="0"/>
                        <a:t>（</a:t>
                      </a:r>
                      <a:r>
                        <a:rPr kumimoji="1" lang="en-US" altLang="ja-JP" sz="1200" dirty="0"/>
                        <a:t>2F</a:t>
                      </a:r>
                      <a:r>
                        <a:rPr kumimoji="1" lang="ja-JP" alt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FE0/1</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r>
                        <a:rPr kumimoji="1" lang="ja-JP" altLang="en-US" sz="1200" dirty="0"/>
                        <a:t>人事部クライアント</a:t>
                      </a:r>
                    </a:p>
                  </a:txBody>
                  <a:tcPr/>
                </a:tc>
                <a:extLst>
                  <a:ext uri="{0D108BD9-81ED-4DB2-BD59-A6C34878D82A}">
                    <a16:rowId xmlns:a16="http://schemas.microsoft.com/office/drawing/2014/main" val="10009"/>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FE0/2</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20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総務部クライアント</a:t>
                      </a:r>
                    </a:p>
                  </a:txBody>
                  <a:tcPr/>
                </a:tc>
                <a:extLst>
                  <a:ext uri="{0D108BD9-81ED-4DB2-BD59-A6C34878D82A}">
                    <a16:rowId xmlns:a16="http://schemas.microsoft.com/office/drawing/2014/main" val="10010"/>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FE0/3</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30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営業部クライアント</a:t>
                      </a:r>
                    </a:p>
                  </a:txBody>
                  <a:tcPr/>
                </a:tc>
                <a:extLst>
                  <a:ext uri="{0D108BD9-81ED-4DB2-BD59-A6C34878D82A}">
                    <a16:rowId xmlns:a16="http://schemas.microsoft.com/office/drawing/2014/main" val="10011"/>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FE0/4</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40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商品企画開発部クライアント</a:t>
                      </a:r>
                    </a:p>
                  </a:txBody>
                  <a:tcPr/>
                </a:tc>
                <a:extLst>
                  <a:ext uri="{0D108BD9-81ED-4DB2-BD59-A6C34878D82A}">
                    <a16:rowId xmlns:a16="http://schemas.microsoft.com/office/drawing/2014/main" val="10012"/>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FE0/5</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50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マーケティング部クライアント</a:t>
                      </a:r>
                    </a:p>
                  </a:txBody>
                  <a:tcPr/>
                </a:tc>
                <a:extLst>
                  <a:ext uri="{0D108BD9-81ED-4DB2-BD59-A6C34878D82A}">
                    <a16:rowId xmlns:a16="http://schemas.microsoft.com/office/drawing/2014/main" val="10013"/>
                  </a:ext>
                </a:extLst>
              </a:tr>
              <a:tr h="0">
                <a:tc vMerge="1">
                  <a:txBody>
                    <a:bodyPr/>
                    <a:lstStyle/>
                    <a:p>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t>FE0/6</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60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システム部クライアント</a:t>
                      </a:r>
                    </a:p>
                  </a:txBody>
                  <a:tcPr/>
                </a:tc>
                <a:extLst>
                  <a:ext uri="{0D108BD9-81ED-4DB2-BD59-A6C34878D82A}">
                    <a16:rowId xmlns:a16="http://schemas.microsoft.com/office/drawing/2014/main" val="10014"/>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FE0/7 </a:t>
                      </a:r>
                      <a:r>
                        <a:rPr kumimoji="1" lang="ja-JP" altLang="en-US" sz="1200" dirty="0"/>
                        <a:t>～ </a:t>
                      </a:r>
                      <a:r>
                        <a:rPr kumimoji="1" lang="en-US" altLang="ja-JP" sz="1200" dirty="0"/>
                        <a:t>FE0/8</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a:t>
                      </a:r>
                      <a:r>
                        <a:rPr kumimoji="1" lang="ja-JP" altLang="en-US" sz="1200" dirty="0"/>
                        <a:t>～</a:t>
                      </a:r>
                      <a:r>
                        <a:rPr kumimoji="1" lang="en-US" altLang="ja-JP" sz="1200" dirty="0"/>
                        <a:t>60,99</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DSW</a:t>
                      </a:r>
                      <a:r>
                        <a:rPr kumimoji="1" lang="ja-JP" altLang="en-US" sz="1200" dirty="0"/>
                        <a:t>接続</a:t>
                      </a:r>
                    </a:p>
                  </a:txBody>
                  <a:tcPr/>
                </a:tc>
                <a:extLst>
                  <a:ext uri="{0D108BD9-81ED-4DB2-BD59-A6C34878D82A}">
                    <a16:rowId xmlns:a16="http://schemas.microsoft.com/office/drawing/2014/main" val="10015"/>
                  </a:ext>
                </a:extLst>
              </a:tr>
              <a:tr h="0">
                <a:tc vMerge="1">
                  <a:txBody>
                    <a:bodyPr/>
                    <a:lstStyle/>
                    <a:p>
                      <a:endParaRPr kumimoji="1" lang="ja-JP"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solidFill>
                            <a:schemeClr val="dk1"/>
                          </a:solidFill>
                          <a:latin typeface="+mn-lt"/>
                          <a:ea typeface="+mn-ea"/>
                          <a:cs typeface="+mn-cs"/>
                        </a:rPr>
                        <a:t>99</a:t>
                      </a:r>
                      <a:endParaRPr kumimoji="1" lang="ja-JP" altLang="en-US" sz="12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dk1"/>
                          </a:solidFill>
                          <a:latin typeface="+mn-lt"/>
                          <a:ea typeface="+mn-ea"/>
                          <a:cs typeface="+mn-cs"/>
                        </a:rPr>
                        <a:t>管理用</a:t>
                      </a:r>
                    </a:p>
                  </a:txBody>
                  <a:tcPr/>
                </a:tc>
                <a:extLst>
                  <a:ext uri="{0D108BD9-81ED-4DB2-BD59-A6C34878D82A}">
                    <a16:rowId xmlns:a16="http://schemas.microsoft.com/office/drawing/2014/main" val="10016"/>
                  </a:ext>
                </a:extLst>
              </a:tr>
              <a:tr h="0">
                <a:tc rowSpan="3">
                  <a:txBody>
                    <a:bodyPr/>
                    <a:lstStyle/>
                    <a:p>
                      <a:r>
                        <a:rPr kumimoji="1" lang="en-US" altLang="ja-JP" sz="1200" dirty="0"/>
                        <a:t>SVSW(3F)</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FE0/1</a:t>
                      </a:r>
                      <a:r>
                        <a:rPr kumimoji="1" lang="ja-JP" altLang="en-US" sz="1200" dirty="0"/>
                        <a:t>～</a:t>
                      </a:r>
                      <a:r>
                        <a:rPr kumimoji="1" lang="en-US" altLang="ja-JP" sz="1200" dirty="0"/>
                        <a:t>FE0/6</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サーバ</a:t>
                      </a:r>
                    </a:p>
                  </a:txBody>
                  <a:tcPr/>
                </a:tc>
                <a:extLst>
                  <a:ext uri="{0D108BD9-81ED-4DB2-BD59-A6C34878D82A}">
                    <a16:rowId xmlns:a16="http://schemas.microsoft.com/office/drawing/2014/main" val="10017"/>
                  </a:ext>
                </a:extLst>
              </a:tr>
              <a:tr h="0">
                <a:tc vMerge="1">
                  <a:txBody>
                    <a:bodyPr/>
                    <a:lstStyle/>
                    <a:p>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FE0/7</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CSW</a:t>
                      </a:r>
                      <a:r>
                        <a:rPr kumimoji="1" lang="ja-JP" altLang="en-US" sz="1200" dirty="0"/>
                        <a:t>接続用</a:t>
                      </a:r>
                    </a:p>
                  </a:txBody>
                  <a:tcPr/>
                </a:tc>
                <a:extLst>
                  <a:ext uri="{0D108BD9-81ED-4DB2-BD59-A6C34878D82A}">
                    <a16:rowId xmlns:a16="http://schemas.microsoft.com/office/drawing/2014/main" val="1613692093"/>
                  </a:ext>
                </a:extLst>
              </a:tr>
              <a:tr h="0">
                <a:tc vMerge="1">
                  <a:txBody>
                    <a:bodyPr/>
                    <a:lstStyle/>
                    <a:p>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FE0/8</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100</a:t>
                      </a:r>
                      <a:endParaRPr kumimoji="1" lang="ja-JP" altLang="en-US" sz="12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CSW</a:t>
                      </a:r>
                      <a:r>
                        <a:rPr kumimoji="1" lang="ja-JP" altLang="en-US" sz="1200" dirty="0"/>
                        <a:t>接続用</a:t>
                      </a:r>
                    </a:p>
                  </a:txBody>
                  <a:tcPr/>
                </a:tc>
                <a:extLst>
                  <a:ext uri="{0D108BD9-81ED-4DB2-BD59-A6C34878D82A}">
                    <a16:rowId xmlns:a16="http://schemas.microsoft.com/office/drawing/2014/main" val="51039953"/>
                  </a:ext>
                </a:extLst>
              </a:tr>
            </a:tbl>
          </a:graphicData>
        </a:graphic>
      </p:graphicFrame>
    </p:spTree>
    <p:extLst>
      <p:ext uri="{BB962C8B-B14F-4D97-AF65-F5344CB8AC3E}">
        <p14:creationId xmlns:p14="http://schemas.microsoft.com/office/powerpoint/2010/main" val="1850363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9A78C6-EA53-9A8C-7331-2975C24DDAA9}"/>
              </a:ext>
            </a:extLst>
          </p:cNvPr>
          <p:cNvSpPr>
            <a:spLocks noGrp="1"/>
          </p:cNvSpPr>
          <p:nvPr>
            <p:ph type="title"/>
          </p:nvPr>
        </p:nvSpPr>
        <p:spPr/>
        <p:txBody>
          <a:bodyPr/>
          <a:lstStyle/>
          <a:p>
            <a:r>
              <a:rPr lang="ja-JP" altLang="en-US" dirty="0"/>
              <a:t>物理設計④</a:t>
            </a:r>
            <a:endParaRPr kumimoji="1" lang="ja-JP" altLang="en-US" dirty="0"/>
          </a:p>
        </p:txBody>
      </p:sp>
      <p:sp>
        <p:nvSpPr>
          <p:cNvPr id="3" name="コンテンツ プレースホルダー 2">
            <a:extLst>
              <a:ext uri="{FF2B5EF4-FFF2-40B4-BE49-F238E27FC236}">
                <a16:creationId xmlns:a16="http://schemas.microsoft.com/office/drawing/2014/main" id="{397CDE92-963F-4B8A-D047-B4261540D122}"/>
              </a:ext>
            </a:extLst>
          </p:cNvPr>
          <p:cNvSpPr>
            <a:spLocks noGrp="1"/>
          </p:cNvSpPr>
          <p:nvPr>
            <p:ph idx="1"/>
          </p:nvPr>
        </p:nvSpPr>
        <p:spPr/>
        <p:txBody>
          <a:bodyPr/>
          <a:lstStyle/>
          <a:p>
            <a:r>
              <a:rPr lang="ja-JP" altLang="en-US" sz="2200" dirty="0"/>
              <a:t>ポート構成（</a:t>
            </a:r>
            <a:r>
              <a:rPr lang="en-US" altLang="ja-JP" sz="2200" dirty="0"/>
              <a:t>L3SW</a:t>
            </a:r>
            <a:r>
              <a:rPr lang="ja-JP" altLang="en-US" sz="2200" dirty="0"/>
              <a:t>）</a:t>
            </a:r>
            <a:endParaRPr lang="en-US" altLang="ja-JP" sz="2000" dirty="0"/>
          </a:p>
          <a:p>
            <a:pPr lvl="1"/>
            <a:r>
              <a:rPr lang="en-US" altLang="ja-JP" sz="2000" dirty="0"/>
              <a:t>L2SW</a:t>
            </a:r>
            <a:r>
              <a:rPr lang="ja-JP" altLang="en-US" sz="2000" dirty="0"/>
              <a:t>と接続するポートは、</a:t>
            </a:r>
            <a:r>
              <a:rPr lang="en-US" altLang="ja-JP" sz="2000" dirty="0"/>
              <a:t>802.1q</a:t>
            </a:r>
            <a:r>
              <a:rPr lang="ja-JP" altLang="en-US" sz="2000" dirty="0"/>
              <a:t>タグを使用する</a:t>
            </a:r>
            <a:endParaRPr lang="en-US" altLang="ja-JP" sz="2000" dirty="0"/>
          </a:p>
          <a:p>
            <a:pPr lvl="1"/>
            <a:r>
              <a:rPr lang="ja-JP" altLang="en-US" sz="2000" dirty="0"/>
              <a:t>ディストリビューションレイヤの</a:t>
            </a:r>
            <a:r>
              <a:rPr lang="en-US" altLang="ja-JP" sz="2000" dirty="0"/>
              <a:t>L3SW</a:t>
            </a:r>
            <a:r>
              <a:rPr lang="ja-JP" altLang="en-US" sz="2000" dirty="0"/>
              <a:t>に空きポートがある場合、新たにネットワーク機器を接続する可能性を考慮してポートを予約しておく</a:t>
            </a:r>
            <a:endParaRPr lang="en-US" altLang="ja-JP" sz="2000" dirty="0"/>
          </a:p>
          <a:p>
            <a:pPr lvl="2"/>
            <a:r>
              <a:rPr lang="ja-JP" altLang="en-US" sz="1600" dirty="0"/>
              <a:t>空きポートがない場合は不要</a:t>
            </a:r>
            <a:endParaRPr lang="en-US" altLang="ja-JP" sz="1600" dirty="0"/>
          </a:p>
          <a:p>
            <a:pPr lvl="1"/>
            <a:r>
              <a:rPr lang="ja-JP" altLang="en-US" sz="2000" dirty="0"/>
              <a:t>ディストリビューションレイヤとコアレイヤ間、コアレイヤとルータ間は</a:t>
            </a:r>
            <a:r>
              <a:rPr lang="en-US" altLang="ja-JP" sz="2000" dirty="0"/>
              <a:t>L3</a:t>
            </a:r>
            <a:r>
              <a:rPr lang="ja-JP" altLang="en-US" sz="2000" dirty="0"/>
              <a:t>接続とする</a:t>
            </a:r>
            <a:endParaRPr lang="en-US" altLang="ja-JP" sz="2000" dirty="0"/>
          </a:p>
          <a:p>
            <a:pPr lvl="1"/>
            <a:r>
              <a:rPr lang="ja-JP" altLang="en-US" sz="2000" dirty="0"/>
              <a:t>サーバスイッチと接続するコアレイヤのポートは</a:t>
            </a:r>
            <a:r>
              <a:rPr lang="en-US" altLang="ja-JP" sz="2000" dirty="0"/>
              <a:t>L3</a:t>
            </a:r>
            <a:r>
              <a:rPr lang="ja-JP" altLang="en-US" sz="2000" dirty="0"/>
              <a:t>ポートで接続する</a:t>
            </a:r>
            <a:endParaRPr lang="en-US" altLang="ja-JP" sz="2000" dirty="0"/>
          </a:p>
          <a:p>
            <a:pPr lvl="1"/>
            <a:r>
              <a:rPr lang="ja-JP" altLang="en-US" sz="2000" dirty="0"/>
              <a:t>未使用ポートは</a:t>
            </a:r>
            <a:r>
              <a:rPr lang="en-US" altLang="ja-JP" sz="2000" dirty="0"/>
              <a:t>shutdown</a:t>
            </a:r>
            <a:r>
              <a:rPr lang="ja-JP" altLang="en-US" sz="2000" dirty="0"/>
              <a:t>しておく</a:t>
            </a:r>
            <a:endParaRPr lang="en-US" altLang="ja-JP" sz="2000" dirty="0"/>
          </a:p>
          <a:p>
            <a:pPr lvl="1"/>
            <a:endParaRPr lang="en-US" altLang="ja-JP" sz="2000" dirty="0"/>
          </a:p>
          <a:p>
            <a:pPr marL="0" indent="0">
              <a:buNone/>
            </a:pPr>
            <a:endParaRPr lang="ja-JP" altLang="en-US" sz="2200" dirty="0"/>
          </a:p>
          <a:p>
            <a:endParaRPr kumimoji="1" lang="ja-JP" altLang="en-US" dirty="0"/>
          </a:p>
        </p:txBody>
      </p:sp>
      <p:sp>
        <p:nvSpPr>
          <p:cNvPr id="4" name="スライド番号プレースホルダー 3">
            <a:extLst>
              <a:ext uri="{FF2B5EF4-FFF2-40B4-BE49-F238E27FC236}">
                <a16:creationId xmlns:a16="http://schemas.microsoft.com/office/drawing/2014/main" id="{04ABF931-B239-428F-A2C3-20B7D9AC4AE6}"/>
              </a:ext>
            </a:extLst>
          </p:cNvPr>
          <p:cNvSpPr>
            <a:spLocks noGrp="1"/>
          </p:cNvSpPr>
          <p:nvPr>
            <p:ph type="sldNum" sz="quarter" idx="10"/>
          </p:nvPr>
        </p:nvSpPr>
        <p:spPr/>
        <p:txBody>
          <a:bodyPr/>
          <a:lstStyle/>
          <a:p>
            <a:pPr>
              <a:defRPr/>
            </a:pPr>
            <a:fld id="{317FD5BC-56C6-4791-9AE8-E48ACCBD4B05}" type="slidenum">
              <a:rPr lang="ja-JP" altLang="en-US" smtClean="0"/>
              <a:pPr>
                <a:defRPr/>
              </a:pPr>
              <a:t>23</a:t>
            </a:fld>
            <a:endParaRPr lang="en-US" altLang="ja-JP" dirty="0"/>
          </a:p>
        </p:txBody>
      </p:sp>
    </p:spTree>
    <p:extLst>
      <p:ext uri="{BB962C8B-B14F-4D97-AF65-F5344CB8AC3E}">
        <p14:creationId xmlns:p14="http://schemas.microsoft.com/office/powerpoint/2010/main" val="2136149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A230D5-72CD-C00D-F05E-04A52C4627A6}"/>
              </a:ext>
            </a:extLst>
          </p:cNvPr>
          <p:cNvSpPr>
            <a:spLocks noGrp="1"/>
          </p:cNvSpPr>
          <p:nvPr>
            <p:ph type="title"/>
          </p:nvPr>
        </p:nvSpPr>
        <p:spPr/>
        <p:txBody>
          <a:bodyPr/>
          <a:lstStyle/>
          <a:p>
            <a:r>
              <a:rPr lang="ja-JP" altLang="en-US" dirty="0"/>
              <a:t>物理設計⑤</a:t>
            </a:r>
            <a:endParaRPr kumimoji="1" lang="ja-JP" altLang="en-US" dirty="0"/>
          </a:p>
        </p:txBody>
      </p:sp>
      <p:sp>
        <p:nvSpPr>
          <p:cNvPr id="3" name="コンテンツ プレースホルダー 2">
            <a:extLst>
              <a:ext uri="{FF2B5EF4-FFF2-40B4-BE49-F238E27FC236}">
                <a16:creationId xmlns:a16="http://schemas.microsoft.com/office/drawing/2014/main" id="{CFF8489C-374A-AA26-07D8-08413B41C216}"/>
              </a:ext>
            </a:extLst>
          </p:cNvPr>
          <p:cNvSpPr>
            <a:spLocks noGrp="1"/>
          </p:cNvSpPr>
          <p:nvPr>
            <p:ph idx="1"/>
          </p:nvPr>
        </p:nvSpPr>
        <p:spPr/>
        <p:txBody>
          <a:bodyPr/>
          <a:lstStyle/>
          <a:p>
            <a:r>
              <a:rPr lang="en-US" altLang="ja-JP" dirty="0"/>
              <a:t>L3SW </a:t>
            </a:r>
            <a:r>
              <a:rPr lang="ja-JP" altLang="en-US" dirty="0"/>
              <a:t>ポート構成表</a:t>
            </a:r>
          </a:p>
          <a:p>
            <a:endParaRPr kumimoji="1" lang="ja-JP" altLang="en-US" dirty="0"/>
          </a:p>
        </p:txBody>
      </p:sp>
      <p:sp>
        <p:nvSpPr>
          <p:cNvPr id="4" name="スライド番号プレースホルダー 3">
            <a:extLst>
              <a:ext uri="{FF2B5EF4-FFF2-40B4-BE49-F238E27FC236}">
                <a16:creationId xmlns:a16="http://schemas.microsoft.com/office/drawing/2014/main" id="{B382AABB-5478-2047-54D2-E0CE1783B22A}"/>
              </a:ext>
            </a:extLst>
          </p:cNvPr>
          <p:cNvSpPr>
            <a:spLocks noGrp="1"/>
          </p:cNvSpPr>
          <p:nvPr>
            <p:ph type="sldNum" sz="quarter" idx="10"/>
          </p:nvPr>
        </p:nvSpPr>
        <p:spPr/>
        <p:txBody>
          <a:bodyPr/>
          <a:lstStyle/>
          <a:p>
            <a:pPr>
              <a:defRPr/>
            </a:pPr>
            <a:fld id="{317FD5BC-56C6-4791-9AE8-E48ACCBD4B05}" type="slidenum">
              <a:rPr lang="ja-JP" altLang="en-US" smtClean="0"/>
              <a:pPr>
                <a:defRPr/>
              </a:pPr>
              <a:t>24</a:t>
            </a:fld>
            <a:endParaRPr lang="en-US" altLang="ja-JP" dirty="0"/>
          </a:p>
        </p:txBody>
      </p:sp>
      <p:graphicFrame>
        <p:nvGraphicFramePr>
          <p:cNvPr id="5" name="表 4">
            <a:extLst>
              <a:ext uri="{FF2B5EF4-FFF2-40B4-BE49-F238E27FC236}">
                <a16:creationId xmlns:a16="http://schemas.microsoft.com/office/drawing/2014/main" id="{72993FC3-CF82-B799-2B6C-C98B65DD154B}"/>
              </a:ext>
            </a:extLst>
          </p:cNvPr>
          <p:cNvGraphicFramePr>
            <a:graphicFrameLocks noGrp="1"/>
          </p:cNvGraphicFramePr>
          <p:nvPr>
            <p:extLst>
              <p:ext uri="{D42A27DB-BD31-4B8C-83A1-F6EECF244321}">
                <p14:modId xmlns:p14="http://schemas.microsoft.com/office/powerpoint/2010/main" val="412396744"/>
              </p:ext>
            </p:extLst>
          </p:nvPr>
        </p:nvGraphicFramePr>
        <p:xfrm>
          <a:off x="336792" y="1232143"/>
          <a:ext cx="8295322" cy="3418840"/>
        </p:xfrm>
        <a:graphic>
          <a:graphicData uri="http://schemas.openxmlformats.org/drawingml/2006/table">
            <a:tbl>
              <a:tblPr firstRow="1" bandRow="1">
                <a:tableStyleId>{5C22544A-7EE6-4342-B048-85BDC9FD1C3A}</a:tableStyleId>
              </a:tblPr>
              <a:tblGrid>
                <a:gridCol w="1698526">
                  <a:extLst>
                    <a:ext uri="{9D8B030D-6E8A-4147-A177-3AD203B41FA5}">
                      <a16:colId xmlns:a16="http://schemas.microsoft.com/office/drawing/2014/main" val="20000"/>
                    </a:ext>
                  </a:extLst>
                </a:gridCol>
                <a:gridCol w="1945990">
                  <a:extLst>
                    <a:ext uri="{9D8B030D-6E8A-4147-A177-3AD203B41FA5}">
                      <a16:colId xmlns:a16="http://schemas.microsoft.com/office/drawing/2014/main" val="20001"/>
                    </a:ext>
                  </a:extLst>
                </a:gridCol>
                <a:gridCol w="1307607">
                  <a:extLst>
                    <a:ext uri="{9D8B030D-6E8A-4147-A177-3AD203B41FA5}">
                      <a16:colId xmlns:a16="http://schemas.microsoft.com/office/drawing/2014/main" val="20002"/>
                    </a:ext>
                  </a:extLst>
                </a:gridCol>
                <a:gridCol w="944880">
                  <a:extLst>
                    <a:ext uri="{9D8B030D-6E8A-4147-A177-3AD203B41FA5}">
                      <a16:colId xmlns:a16="http://schemas.microsoft.com/office/drawing/2014/main" val="20003"/>
                    </a:ext>
                  </a:extLst>
                </a:gridCol>
                <a:gridCol w="2398319">
                  <a:extLst>
                    <a:ext uri="{9D8B030D-6E8A-4147-A177-3AD203B41FA5}">
                      <a16:colId xmlns:a16="http://schemas.microsoft.com/office/drawing/2014/main" val="20004"/>
                    </a:ext>
                  </a:extLst>
                </a:gridCol>
              </a:tblGrid>
              <a:tr h="370840">
                <a:tc>
                  <a:txBody>
                    <a:bodyPr/>
                    <a:lstStyle/>
                    <a:p>
                      <a:r>
                        <a:rPr kumimoji="1" lang="ja-JP" altLang="en-US" sz="1400" dirty="0"/>
                        <a:t>ネットワーク機器</a:t>
                      </a:r>
                    </a:p>
                  </a:txBody>
                  <a:tcPr/>
                </a:tc>
                <a:tc>
                  <a:txBody>
                    <a:bodyPr/>
                    <a:lstStyle/>
                    <a:p>
                      <a:r>
                        <a:rPr kumimoji="1" lang="ja-JP" altLang="en-US" sz="1400" dirty="0"/>
                        <a:t>割り当てポート</a:t>
                      </a:r>
                    </a:p>
                  </a:txBody>
                  <a:tcPr/>
                </a:tc>
                <a:tc>
                  <a:txBody>
                    <a:bodyPr/>
                    <a:lstStyle/>
                    <a:p>
                      <a:r>
                        <a:rPr kumimoji="1" lang="en-US" altLang="ja-JP" sz="1400" dirty="0"/>
                        <a:t>VLAN ID</a:t>
                      </a:r>
                      <a:endParaRPr kumimoji="1" lang="ja-JP" altLang="en-US" sz="1400" dirty="0"/>
                    </a:p>
                  </a:txBody>
                  <a:tcPr/>
                </a:tc>
                <a:tc>
                  <a:txBody>
                    <a:bodyPr/>
                    <a:lstStyle/>
                    <a:p>
                      <a:r>
                        <a:rPr kumimoji="1" lang="en-US" altLang="ja-JP" sz="1400" dirty="0"/>
                        <a:t>802.1q</a:t>
                      </a:r>
                      <a:endParaRPr kumimoji="1" lang="ja-JP" altLang="en-US" sz="1400" dirty="0"/>
                    </a:p>
                  </a:txBody>
                  <a:tcPr/>
                </a:tc>
                <a:tc>
                  <a:txBody>
                    <a:bodyPr/>
                    <a:lstStyle/>
                    <a:p>
                      <a:r>
                        <a:rPr kumimoji="1" lang="ja-JP" altLang="en-US" sz="1400" dirty="0"/>
                        <a:t>用途</a:t>
                      </a:r>
                    </a:p>
                  </a:txBody>
                  <a:tcPr/>
                </a:tc>
                <a:extLst>
                  <a:ext uri="{0D108BD9-81ED-4DB2-BD59-A6C34878D82A}">
                    <a16:rowId xmlns:a16="http://schemas.microsoft.com/office/drawing/2014/main" val="10000"/>
                  </a:ext>
                </a:extLst>
              </a:tr>
              <a:tr h="0">
                <a:tc rowSpan="5">
                  <a:txBody>
                    <a:bodyPr/>
                    <a:lstStyle/>
                    <a:p>
                      <a:r>
                        <a:rPr kumimoji="1" lang="en-US" altLang="ja-JP" sz="1400" dirty="0"/>
                        <a:t>DSW1</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 </a:t>
                      </a:r>
                      <a:r>
                        <a:rPr kumimoji="1" lang="ja-JP" altLang="en-US" sz="1400" dirty="0"/>
                        <a:t>～ </a:t>
                      </a:r>
                      <a:r>
                        <a:rPr kumimoji="1" lang="en-US" altLang="ja-JP" sz="1400" dirty="0"/>
                        <a:t>Gi0/4</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CSW</a:t>
                      </a:r>
                      <a:r>
                        <a:rPr kumimoji="1" lang="ja-JP" altLang="en-US" sz="1400" dirty="0"/>
                        <a:t>接続用</a:t>
                      </a:r>
                    </a:p>
                  </a:txBody>
                  <a:tcPr/>
                </a:tc>
                <a:extLst>
                  <a:ext uri="{0D108BD9-81ED-4DB2-BD59-A6C34878D82A}">
                    <a16:rowId xmlns:a16="http://schemas.microsoft.com/office/drawing/2014/main" val="10001"/>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Gi0/5 </a:t>
                      </a:r>
                      <a:r>
                        <a:rPr kumimoji="1" lang="ja-JP" altLang="en-US" sz="1400" dirty="0"/>
                        <a:t>～</a:t>
                      </a:r>
                      <a:r>
                        <a:rPr kumimoji="1" lang="en-US" altLang="ja-JP" sz="1400" dirty="0"/>
                        <a:t>Gi0/6</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10</a:t>
                      </a:r>
                      <a:r>
                        <a:rPr kumimoji="1" lang="ja-JP" altLang="en-US" sz="1400" dirty="0"/>
                        <a:t>～</a:t>
                      </a:r>
                      <a:r>
                        <a:rPr kumimoji="1" lang="en-US" altLang="ja-JP" sz="1400" dirty="0"/>
                        <a:t>60,99</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ASW</a:t>
                      </a:r>
                      <a:r>
                        <a:rPr kumimoji="1" lang="ja-JP" altLang="en-US" sz="1400" dirty="0"/>
                        <a:t>接続用</a:t>
                      </a:r>
                    </a:p>
                  </a:txBody>
                  <a:tcPr/>
                </a:tc>
                <a:extLst>
                  <a:ext uri="{0D108BD9-81ED-4DB2-BD59-A6C34878D82A}">
                    <a16:rowId xmlns:a16="http://schemas.microsoft.com/office/drawing/2014/main" val="10002"/>
                  </a:ext>
                </a:extLst>
              </a:tr>
              <a:tr h="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a:t>
                      </a: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0/7 </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a:t>
                      </a:r>
                      <a:r>
                        <a:rPr kumimoji="1" lang="en-US" altLang="ja-JP" sz="1400" dirty="0"/>
                        <a:t>Gi</a:t>
                      </a: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0/8</a:t>
                      </a:r>
                      <a:endParaRPr kumimoji="1" lang="ja-JP" altLang="en-US" sz="1400" b="0" i="0" u="none" strike="noStrike" kern="1200" cap="none" spc="0" normalizeH="0" baseline="0" noProof="0" dirty="0">
                        <a:ln>
                          <a:noFill/>
                        </a:ln>
                        <a:solidFill>
                          <a:srgbClr val="000000"/>
                        </a:solidFill>
                        <a:effectLst/>
                        <a:uLnTx/>
                        <a:uFillTx/>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10</a:t>
                      </a:r>
                      <a:r>
                        <a:rPr kumimoji="1" lang="ja-JP" altLang="en-US" sz="1400" dirty="0"/>
                        <a:t>～</a:t>
                      </a:r>
                      <a:r>
                        <a:rPr kumimoji="1" lang="en-US" altLang="ja-JP" sz="1400" dirty="0"/>
                        <a:t>60,99</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DSW</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接続用</a:t>
                      </a:r>
                    </a:p>
                  </a:txBody>
                  <a:tcPr/>
                </a:tc>
                <a:extLst>
                  <a:ext uri="{0D108BD9-81ED-4DB2-BD59-A6C34878D82A}">
                    <a16:rowId xmlns:a16="http://schemas.microsoft.com/office/drawing/2014/main" val="10004"/>
                  </a:ext>
                </a:extLst>
              </a:tr>
              <a:tr h="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（空きポート）</a:t>
                      </a:r>
                      <a:endParaRPr kumimoji="1" lang="ja-JP" altLang="en-US" sz="1400" b="0" i="0" u="none" strike="noStrike" kern="1200" cap="none" spc="0" normalizeH="0" baseline="0" noProof="0" dirty="0">
                        <a:ln>
                          <a:noFill/>
                        </a:ln>
                        <a:solidFill>
                          <a:srgbClr val="000000"/>
                        </a:solidFill>
                        <a:effectLst/>
                        <a:uLnTx/>
                        <a:uFillTx/>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（未定）</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（未定）</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ASW</a:t>
                      </a:r>
                      <a:r>
                        <a:rPr kumimoji="1" lang="ja-JP" altLang="en-US" sz="1400" dirty="0"/>
                        <a:t>接続用予約</a:t>
                      </a:r>
                    </a:p>
                  </a:txBody>
                  <a:tcPr/>
                </a:tc>
                <a:extLst>
                  <a:ext uri="{0D108BD9-81ED-4DB2-BD59-A6C34878D82A}">
                    <a16:rowId xmlns:a16="http://schemas.microsoft.com/office/drawing/2014/main" val="3996073334"/>
                  </a:ext>
                </a:extLst>
              </a:tr>
              <a:tr h="0">
                <a:tc vMerge="1">
                  <a:txBody>
                    <a:bodyPr/>
                    <a:lstStyle/>
                    <a:p>
                      <a:endParaRPr kumimoji="1" lang="ja-JP"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a:t>
                      </a:r>
                      <a:endParaRPr kumimoji="1" lang="ja-JP" alt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99</a:t>
                      </a:r>
                      <a:endParaRPr kumimoji="1" lang="ja-JP" altLang="en-US" sz="1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a:t>
                      </a:r>
                      <a:endParaRPr kumimoji="1" lang="ja-JP" alt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kern="1200" dirty="0">
                          <a:solidFill>
                            <a:schemeClr val="dk1"/>
                          </a:solidFill>
                          <a:latin typeface="+mn-lt"/>
                          <a:ea typeface="+mn-ea"/>
                          <a:cs typeface="+mn-cs"/>
                        </a:rPr>
                        <a:t>管理用</a:t>
                      </a:r>
                    </a:p>
                  </a:txBody>
                  <a:tcPr/>
                </a:tc>
                <a:extLst>
                  <a:ext uri="{0D108BD9-81ED-4DB2-BD59-A6C34878D82A}">
                    <a16:rowId xmlns:a16="http://schemas.microsoft.com/office/drawing/2014/main" val="10005"/>
                  </a:ext>
                </a:extLst>
              </a:tr>
              <a:tr h="0">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DSW2</a:t>
                      </a:r>
                      <a:endParaRPr kumimoji="1" lang="ja-JP" altLang="en-US" sz="1400" kern="1200" dirty="0">
                        <a:solidFill>
                          <a:schemeClr val="dk1"/>
                        </a:solidFill>
                        <a:latin typeface="+mn-lt"/>
                        <a:ea typeface="+mn-ea"/>
                        <a:cs typeface="+mn-cs"/>
                      </a:endParaRPr>
                    </a:p>
                    <a:p>
                      <a:pPr marL="0" algn="l" defTabSz="914400" rtl="0" eaLnBrk="1" latinLnBrk="0" hangingPunct="1"/>
                      <a:endParaRPr kumimoji="1" lang="ja-JP" altLang="en-US" sz="1400" kern="1200" dirty="0">
                        <a:solidFill>
                          <a:schemeClr val="dk1"/>
                        </a:solidFill>
                        <a:latin typeface="+mn-lt"/>
                        <a:ea typeface="+mn-ea"/>
                        <a:cs typeface="+mn-cs"/>
                      </a:endParaRPr>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 </a:t>
                      </a:r>
                      <a:r>
                        <a:rPr kumimoji="1" lang="ja-JP" altLang="en-US" sz="1400" dirty="0"/>
                        <a:t>～ </a:t>
                      </a:r>
                      <a:r>
                        <a:rPr kumimoji="1" lang="en-US" altLang="ja-JP" sz="1400" dirty="0"/>
                        <a:t>Gi0/4</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CSW</a:t>
                      </a:r>
                      <a:r>
                        <a:rPr kumimoji="1" lang="ja-JP" altLang="en-US" sz="1400" dirty="0"/>
                        <a:t>接続用</a:t>
                      </a:r>
                    </a:p>
                  </a:txBody>
                  <a:tcPr/>
                </a:tc>
                <a:extLst>
                  <a:ext uri="{0D108BD9-81ED-4DB2-BD59-A6C34878D82A}">
                    <a16:rowId xmlns:a16="http://schemas.microsoft.com/office/drawing/2014/main" val="10006"/>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Gi0/5 </a:t>
                      </a:r>
                      <a:r>
                        <a:rPr kumimoji="1" lang="ja-JP" altLang="en-US" sz="1400" dirty="0"/>
                        <a:t>～</a:t>
                      </a:r>
                      <a:r>
                        <a:rPr kumimoji="1" lang="en-US" altLang="ja-JP" sz="1400" dirty="0"/>
                        <a:t>Gi0/6</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10</a:t>
                      </a:r>
                      <a:r>
                        <a:rPr kumimoji="1" lang="ja-JP" altLang="en-US" sz="1400" dirty="0"/>
                        <a:t>～</a:t>
                      </a:r>
                      <a:r>
                        <a:rPr kumimoji="1" lang="en-US" altLang="ja-JP" sz="1400" dirty="0"/>
                        <a:t>60,99</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ASW</a:t>
                      </a:r>
                      <a:r>
                        <a:rPr kumimoji="1" lang="ja-JP" altLang="en-US" sz="1400" dirty="0"/>
                        <a:t>接続用</a:t>
                      </a:r>
                    </a:p>
                  </a:txBody>
                  <a:tcPr/>
                </a:tc>
                <a:extLst>
                  <a:ext uri="{0D108BD9-81ED-4DB2-BD59-A6C34878D82A}">
                    <a16:rowId xmlns:a16="http://schemas.microsoft.com/office/drawing/2014/main" val="10007"/>
                  </a:ext>
                </a:extLst>
              </a:tr>
              <a:tr h="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a:t>
                      </a: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0/7 </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a:t>
                      </a:r>
                      <a:r>
                        <a:rPr kumimoji="1" lang="en-US" altLang="ja-JP" sz="1400" dirty="0"/>
                        <a:t>Gi</a:t>
                      </a: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0/8</a:t>
                      </a:r>
                      <a:endParaRPr kumimoji="1" lang="ja-JP" altLang="en-US" sz="1400" b="0" i="0" u="none" strike="noStrike" kern="1200" cap="none" spc="0" normalizeH="0" baseline="0" noProof="0" dirty="0">
                        <a:ln>
                          <a:noFill/>
                        </a:ln>
                        <a:solidFill>
                          <a:srgbClr val="000000"/>
                        </a:solidFill>
                        <a:effectLst/>
                        <a:uLnTx/>
                        <a:uFillTx/>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10</a:t>
                      </a:r>
                      <a:r>
                        <a:rPr kumimoji="1" lang="ja-JP" altLang="en-US" sz="1400" dirty="0"/>
                        <a:t>～</a:t>
                      </a:r>
                      <a:r>
                        <a:rPr kumimoji="1" lang="en-US" altLang="ja-JP" sz="1400" dirty="0"/>
                        <a:t>60,99</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n-lt"/>
                          <a:ea typeface="+mn-ea"/>
                          <a:cs typeface="+mn-cs"/>
                        </a:rPr>
                        <a:t>DSW</a:t>
                      </a: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接続用</a:t>
                      </a:r>
                    </a:p>
                  </a:txBody>
                  <a:tcPr/>
                </a:tc>
                <a:extLst>
                  <a:ext uri="{0D108BD9-81ED-4DB2-BD59-A6C34878D82A}">
                    <a16:rowId xmlns:a16="http://schemas.microsoft.com/office/drawing/2014/main" val="10009"/>
                  </a:ext>
                </a:extLst>
              </a:tr>
              <a:tr h="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n-lt"/>
                          <a:ea typeface="+mn-ea"/>
                          <a:cs typeface="+mn-cs"/>
                        </a:rPr>
                        <a:t>（空きポート）</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（未定）</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（未定）</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ASW</a:t>
                      </a:r>
                      <a:r>
                        <a:rPr kumimoji="1" lang="ja-JP" altLang="en-US" sz="1400" dirty="0"/>
                        <a:t>接続用予約</a:t>
                      </a:r>
                    </a:p>
                  </a:txBody>
                  <a:tcPr/>
                </a:tc>
                <a:extLst>
                  <a:ext uri="{0D108BD9-81ED-4DB2-BD59-A6C34878D82A}">
                    <a16:rowId xmlns:a16="http://schemas.microsoft.com/office/drawing/2014/main" val="3749271315"/>
                  </a:ext>
                </a:extLst>
              </a:tr>
              <a:tr h="0">
                <a:tc vMerge="1">
                  <a:txBody>
                    <a:bodyPr/>
                    <a:lstStyle/>
                    <a:p>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a:t>
                      </a:r>
                      <a:endParaRPr kumimoji="1" lang="ja-JP" alt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99</a:t>
                      </a:r>
                      <a:endParaRPr kumimoji="1" lang="ja-JP" altLang="en-US" sz="1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kern="1200" dirty="0">
                          <a:solidFill>
                            <a:schemeClr val="dk1"/>
                          </a:solidFill>
                          <a:latin typeface="+mn-lt"/>
                          <a:ea typeface="+mn-ea"/>
                          <a:cs typeface="+mn-cs"/>
                        </a:rPr>
                        <a:t>-</a:t>
                      </a:r>
                      <a:endParaRPr kumimoji="1" lang="ja-JP" alt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kern="1200" dirty="0">
                          <a:solidFill>
                            <a:schemeClr val="dk1"/>
                          </a:solidFill>
                          <a:latin typeface="+mn-lt"/>
                          <a:ea typeface="+mn-ea"/>
                          <a:cs typeface="+mn-cs"/>
                        </a:rPr>
                        <a:t>管理用</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53028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1AB3D6-22FB-9F10-87F1-D62C35033D08}"/>
              </a:ext>
            </a:extLst>
          </p:cNvPr>
          <p:cNvSpPr>
            <a:spLocks noGrp="1"/>
          </p:cNvSpPr>
          <p:nvPr>
            <p:ph type="title"/>
          </p:nvPr>
        </p:nvSpPr>
        <p:spPr/>
        <p:txBody>
          <a:bodyPr/>
          <a:lstStyle/>
          <a:p>
            <a:r>
              <a:rPr lang="ja-JP" altLang="en-US" dirty="0"/>
              <a:t>物理設計⑥</a:t>
            </a:r>
            <a:endParaRPr kumimoji="1" lang="ja-JP" altLang="en-US" dirty="0"/>
          </a:p>
        </p:txBody>
      </p:sp>
      <p:sp>
        <p:nvSpPr>
          <p:cNvPr id="3" name="コンテンツ プレースホルダー 2">
            <a:extLst>
              <a:ext uri="{FF2B5EF4-FFF2-40B4-BE49-F238E27FC236}">
                <a16:creationId xmlns:a16="http://schemas.microsoft.com/office/drawing/2014/main" id="{2930883E-5DE7-9206-A2A3-38F02A2B7BA6}"/>
              </a:ext>
            </a:extLst>
          </p:cNvPr>
          <p:cNvSpPr>
            <a:spLocks noGrp="1"/>
          </p:cNvSpPr>
          <p:nvPr>
            <p:ph idx="1"/>
          </p:nvPr>
        </p:nvSpPr>
        <p:spPr/>
        <p:txBody>
          <a:bodyPr>
            <a:normAutofit/>
          </a:bodyPr>
          <a:lstStyle/>
          <a:p>
            <a:r>
              <a:rPr lang="en-US" altLang="ja-JP" dirty="0"/>
              <a:t>L3SW </a:t>
            </a:r>
            <a:r>
              <a:rPr lang="ja-JP" altLang="en-US" dirty="0"/>
              <a:t>ポート構成表</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ja-JP" altLang="en-US" dirty="0"/>
              <a:t>空きポートがある場合、何も設定しなくてよい（</a:t>
            </a:r>
            <a:r>
              <a:rPr lang="en-US" altLang="ja-JP" dirty="0"/>
              <a:t>shutdown</a:t>
            </a:r>
            <a:r>
              <a:rPr lang="ja-JP" altLang="en-US" dirty="0"/>
              <a:t>しておく）</a:t>
            </a:r>
          </a:p>
          <a:p>
            <a:endParaRPr kumimoji="1" lang="ja-JP" altLang="en-US" dirty="0"/>
          </a:p>
        </p:txBody>
      </p:sp>
      <p:sp>
        <p:nvSpPr>
          <p:cNvPr id="4" name="スライド番号プレースホルダー 3">
            <a:extLst>
              <a:ext uri="{FF2B5EF4-FFF2-40B4-BE49-F238E27FC236}">
                <a16:creationId xmlns:a16="http://schemas.microsoft.com/office/drawing/2014/main" id="{B183C2A6-0A1C-A232-C991-FC0C9F71F3FD}"/>
              </a:ext>
            </a:extLst>
          </p:cNvPr>
          <p:cNvSpPr>
            <a:spLocks noGrp="1"/>
          </p:cNvSpPr>
          <p:nvPr>
            <p:ph type="sldNum" sz="quarter" idx="10"/>
          </p:nvPr>
        </p:nvSpPr>
        <p:spPr/>
        <p:txBody>
          <a:bodyPr/>
          <a:lstStyle/>
          <a:p>
            <a:pPr>
              <a:defRPr/>
            </a:pPr>
            <a:fld id="{317FD5BC-56C6-4791-9AE8-E48ACCBD4B05}" type="slidenum">
              <a:rPr lang="ja-JP" altLang="en-US" smtClean="0"/>
              <a:pPr>
                <a:defRPr/>
              </a:pPr>
              <a:t>25</a:t>
            </a:fld>
            <a:endParaRPr lang="en-US" altLang="ja-JP" dirty="0"/>
          </a:p>
        </p:txBody>
      </p:sp>
      <p:graphicFrame>
        <p:nvGraphicFramePr>
          <p:cNvPr id="5" name="表 4">
            <a:extLst>
              <a:ext uri="{FF2B5EF4-FFF2-40B4-BE49-F238E27FC236}">
                <a16:creationId xmlns:a16="http://schemas.microsoft.com/office/drawing/2014/main" id="{9CE76FB0-264F-32B7-F16A-2707D83A44E5}"/>
              </a:ext>
            </a:extLst>
          </p:cNvPr>
          <p:cNvGraphicFramePr>
            <a:graphicFrameLocks noGrp="1"/>
          </p:cNvGraphicFramePr>
          <p:nvPr>
            <p:extLst>
              <p:ext uri="{D42A27DB-BD31-4B8C-83A1-F6EECF244321}">
                <p14:modId xmlns:p14="http://schemas.microsoft.com/office/powerpoint/2010/main" val="1940000568"/>
              </p:ext>
            </p:extLst>
          </p:nvPr>
        </p:nvGraphicFramePr>
        <p:xfrm>
          <a:off x="384417" y="1098793"/>
          <a:ext cx="8295322" cy="3418840"/>
        </p:xfrm>
        <a:graphic>
          <a:graphicData uri="http://schemas.openxmlformats.org/drawingml/2006/table">
            <a:tbl>
              <a:tblPr firstRow="1" bandRow="1">
                <a:tableStyleId>{5C22544A-7EE6-4342-B048-85BDC9FD1C3A}</a:tableStyleId>
              </a:tblPr>
              <a:tblGrid>
                <a:gridCol w="1698526">
                  <a:extLst>
                    <a:ext uri="{9D8B030D-6E8A-4147-A177-3AD203B41FA5}">
                      <a16:colId xmlns:a16="http://schemas.microsoft.com/office/drawing/2014/main" val="20000"/>
                    </a:ext>
                  </a:extLst>
                </a:gridCol>
                <a:gridCol w="1945990">
                  <a:extLst>
                    <a:ext uri="{9D8B030D-6E8A-4147-A177-3AD203B41FA5}">
                      <a16:colId xmlns:a16="http://schemas.microsoft.com/office/drawing/2014/main" val="20001"/>
                    </a:ext>
                  </a:extLst>
                </a:gridCol>
                <a:gridCol w="1307607">
                  <a:extLst>
                    <a:ext uri="{9D8B030D-6E8A-4147-A177-3AD203B41FA5}">
                      <a16:colId xmlns:a16="http://schemas.microsoft.com/office/drawing/2014/main" val="20002"/>
                    </a:ext>
                  </a:extLst>
                </a:gridCol>
                <a:gridCol w="944880">
                  <a:extLst>
                    <a:ext uri="{9D8B030D-6E8A-4147-A177-3AD203B41FA5}">
                      <a16:colId xmlns:a16="http://schemas.microsoft.com/office/drawing/2014/main" val="20003"/>
                    </a:ext>
                  </a:extLst>
                </a:gridCol>
                <a:gridCol w="2398319">
                  <a:extLst>
                    <a:ext uri="{9D8B030D-6E8A-4147-A177-3AD203B41FA5}">
                      <a16:colId xmlns:a16="http://schemas.microsoft.com/office/drawing/2014/main" val="20004"/>
                    </a:ext>
                  </a:extLst>
                </a:gridCol>
              </a:tblGrid>
              <a:tr h="370840">
                <a:tc>
                  <a:txBody>
                    <a:bodyPr/>
                    <a:lstStyle/>
                    <a:p>
                      <a:r>
                        <a:rPr kumimoji="1" lang="ja-JP" altLang="en-US" sz="1400" dirty="0"/>
                        <a:t>ネットワーク機器</a:t>
                      </a:r>
                    </a:p>
                  </a:txBody>
                  <a:tcPr/>
                </a:tc>
                <a:tc>
                  <a:txBody>
                    <a:bodyPr/>
                    <a:lstStyle/>
                    <a:p>
                      <a:r>
                        <a:rPr kumimoji="1" lang="ja-JP" altLang="en-US" sz="1400" dirty="0"/>
                        <a:t>割り当てポート</a:t>
                      </a:r>
                    </a:p>
                  </a:txBody>
                  <a:tcPr/>
                </a:tc>
                <a:tc>
                  <a:txBody>
                    <a:bodyPr/>
                    <a:lstStyle/>
                    <a:p>
                      <a:r>
                        <a:rPr kumimoji="1" lang="en-US" altLang="ja-JP" sz="1400" dirty="0"/>
                        <a:t>VLAN ID</a:t>
                      </a:r>
                      <a:endParaRPr kumimoji="1" lang="ja-JP" altLang="en-US" sz="1400" dirty="0"/>
                    </a:p>
                  </a:txBody>
                  <a:tcPr/>
                </a:tc>
                <a:tc>
                  <a:txBody>
                    <a:bodyPr/>
                    <a:lstStyle/>
                    <a:p>
                      <a:r>
                        <a:rPr kumimoji="1" lang="en-US" altLang="ja-JP" sz="1400" dirty="0"/>
                        <a:t>802.1q</a:t>
                      </a:r>
                      <a:endParaRPr kumimoji="1" lang="ja-JP" altLang="en-US" sz="1400" dirty="0"/>
                    </a:p>
                  </a:txBody>
                  <a:tcPr/>
                </a:tc>
                <a:tc>
                  <a:txBody>
                    <a:bodyPr/>
                    <a:lstStyle/>
                    <a:p>
                      <a:r>
                        <a:rPr kumimoji="1" lang="ja-JP" altLang="en-US" sz="1400" dirty="0"/>
                        <a:t>用途</a:t>
                      </a:r>
                    </a:p>
                  </a:txBody>
                  <a:tcPr/>
                </a:tc>
                <a:extLst>
                  <a:ext uri="{0D108BD9-81ED-4DB2-BD59-A6C34878D82A}">
                    <a16:rowId xmlns:a16="http://schemas.microsoft.com/office/drawing/2014/main" val="10000"/>
                  </a:ext>
                </a:extLst>
              </a:tr>
              <a:tr h="0">
                <a:tc rowSpan="5">
                  <a:txBody>
                    <a:bodyPr/>
                    <a:lstStyle/>
                    <a:p>
                      <a:r>
                        <a:rPr kumimoji="1" lang="en-US" altLang="ja-JP" sz="1400" dirty="0"/>
                        <a:t>CSW1</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FE0/1 </a:t>
                      </a:r>
                      <a:r>
                        <a:rPr kumimoji="1" lang="ja-JP" altLang="en-US" sz="1400" dirty="0"/>
                        <a:t>～ </a:t>
                      </a:r>
                      <a:r>
                        <a:rPr kumimoji="1" lang="en-US" altLang="ja-JP" sz="1400" dirty="0"/>
                        <a:t>FE0/4</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DSW</a:t>
                      </a:r>
                      <a:r>
                        <a:rPr kumimoji="1" lang="ja-JP" altLang="en-US" sz="1400" dirty="0"/>
                        <a:t>接続用</a:t>
                      </a:r>
                    </a:p>
                  </a:txBody>
                  <a:tcPr/>
                </a:tc>
                <a:extLst>
                  <a:ext uri="{0D108BD9-81ED-4DB2-BD59-A6C34878D82A}">
                    <a16:rowId xmlns:a16="http://schemas.microsoft.com/office/drawing/2014/main" val="10001"/>
                  </a:ext>
                </a:extLst>
              </a:tr>
              <a:tr h="0">
                <a:tc vMerge="1">
                  <a:txBody>
                    <a:bodyPr/>
                    <a:lstStyle/>
                    <a:p>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FE0/5</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SVSW</a:t>
                      </a:r>
                      <a:r>
                        <a:rPr kumimoji="1" lang="ja-JP" altLang="en-US" sz="1400" dirty="0"/>
                        <a:t>接続用</a:t>
                      </a:r>
                    </a:p>
                  </a:txBody>
                  <a:tcPr/>
                </a:tc>
                <a:extLst>
                  <a:ext uri="{0D108BD9-81ED-4DB2-BD59-A6C34878D82A}">
                    <a16:rowId xmlns:a16="http://schemas.microsoft.com/office/drawing/2014/main" val="10002"/>
                  </a:ext>
                </a:extLst>
              </a:tr>
              <a:tr h="0">
                <a:tc vMerge="1">
                  <a:txBody>
                    <a:bodyPr/>
                    <a:lstStyle/>
                    <a:p>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FE0/6</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Router</a:t>
                      </a:r>
                      <a:r>
                        <a:rPr kumimoji="1" lang="ja-JP" altLang="en-US" sz="1400" dirty="0"/>
                        <a:t>接続用</a:t>
                      </a:r>
                    </a:p>
                  </a:txBody>
                  <a:tcPr/>
                </a:tc>
                <a:extLst>
                  <a:ext uri="{0D108BD9-81ED-4DB2-BD59-A6C34878D82A}">
                    <a16:rowId xmlns:a16="http://schemas.microsoft.com/office/drawing/2014/main" val="10003"/>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FE0/7 </a:t>
                      </a:r>
                      <a:r>
                        <a:rPr kumimoji="1" lang="ja-JP" altLang="en-US" sz="1400" dirty="0"/>
                        <a:t>～ </a:t>
                      </a:r>
                      <a:r>
                        <a:rPr kumimoji="1" lang="en-US" altLang="ja-JP" sz="1400" dirty="0"/>
                        <a:t>FE0/8</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CSW</a:t>
                      </a:r>
                      <a:r>
                        <a:rPr kumimoji="1" lang="ja-JP" altLang="en-US" sz="1400" dirty="0"/>
                        <a:t>接続用</a:t>
                      </a:r>
                    </a:p>
                  </a:txBody>
                  <a:tcPr/>
                </a:tc>
                <a:extLst>
                  <a:ext uri="{0D108BD9-81ED-4DB2-BD59-A6C34878D82A}">
                    <a16:rowId xmlns:a16="http://schemas.microsoft.com/office/drawing/2014/main" val="10004"/>
                  </a:ext>
                </a:extLst>
              </a:tr>
              <a:tr h="0">
                <a:tc vMerge="1">
                  <a:txBody>
                    <a:bodyPr/>
                    <a:lstStyle/>
                    <a:p>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未使用</a:t>
                      </a:r>
                    </a:p>
                  </a:txBody>
                  <a:tcPr/>
                </a:tc>
                <a:extLst>
                  <a:ext uri="{0D108BD9-81ED-4DB2-BD59-A6C34878D82A}">
                    <a16:rowId xmlns:a16="http://schemas.microsoft.com/office/drawing/2014/main" val="10005"/>
                  </a:ext>
                </a:extLst>
              </a:tr>
              <a:tr h="0">
                <a:tc rowSpan="5">
                  <a:txBody>
                    <a:bodyPr/>
                    <a:lstStyle/>
                    <a:p>
                      <a:r>
                        <a:rPr kumimoji="1" lang="en-US" altLang="ja-JP" sz="1400" dirty="0"/>
                        <a:t>CSW2</a:t>
                      </a:r>
                      <a:endParaRPr kumimoji="1" lang="ja-JP" altLang="en-US" sz="14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FE0/1 </a:t>
                      </a:r>
                      <a:r>
                        <a:rPr kumimoji="1" lang="ja-JP" altLang="en-US" sz="1400" dirty="0"/>
                        <a:t>～ </a:t>
                      </a:r>
                      <a:r>
                        <a:rPr kumimoji="1" lang="en-US" altLang="ja-JP" sz="1400" dirty="0"/>
                        <a:t>FE0/4</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DSW</a:t>
                      </a:r>
                      <a:r>
                        <a:rPr kumimoji="1" lang="ja-JP" altLang="en-US" sz="1400" dirty="0"/>
                        <a:t>接続用</a:t>
                      </a:r>
                    </a:p>
                  </a:txBody>
                  <a:tcPr/>
                </a:tc>
                <a:extLst>
                  <a:ext uri="{0D108BD9-81ED-4DB2-BD59-A6C34878D82A}">
                    <a16:rowId xmlns:a16="http://schemas.microsoft.com/office/drawing/2014/main" val="10006"/>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FE0/5</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r>
                        <a:rPr kumimoji="1" lang="en-US" altLang="ja-JP" sz="1400" dirty="0"/>
                        <a:t>SVSW</a:t>
                      </a:r>
                      <a:r>
                        <a:rPr kumimoji="1" lang="ja-JP" altLang="en-US" sz="1400" dirty="0"/>
                        <a:t>接続用</a:t>
                      </a:r>
                    </a:p>
                  </a:txBody>
                  <a:tcPr/>
                </a:tc>
                <a:extLst>
                  <a:ext uri="{0D108BD9-81ED-4DB2-BD59-A6C34878D82A}">
                    <a16:rowId xmlns:a16="http://schemas.microsoft.com/office/drawing/2014/main" val="10007"/>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FE0/6</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Router</a:t>
                      </a:r>
                      <a:r>
                        <a:rPr kumimoji="1" lang="ja-JP" altLang="en-US" sz="1400" dirty="0"/>
                        <a:t>接続用</a:t>
                      </a:r>
                    </a:p>
                  </a:txBody>
                  <a:tcPr/>
                </a:tc>
                <a:extLst>
                  <a:ext uri="{0D108BD9-81ED-4DB2-BD59-A6C34878D82A}">
                    <a16:rowId xmlns:a16="http://schemas.microsoft.com/office/drawing/2014/main" val="10008"/>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FE0/7 </a:t>
                      </a:r>
                      <a:r>
                        <a:rPr kumimoji="1" lang="ja-JP" altLang="en-US" sz="1400" dirty="0"/>
                        <a:t>～ </a:t>
                      </a:r>
                      <a:r>
                        <a:rPr kumimoji="1" lang="en-US" altLang="ja-JP" sz="1400" dirty="0"/>
                        <a:t>FE0/8</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CSW</a:t>
                      </a:r>
                      <a:r>
                        <a:rPr kumimoji="1" lang="ja-JP" altLang="en-US" sz="1400" dirty="0"/>
                        <a:t>接続用</a:t>
                      </a:r>
                    </a:p>
                  </a:txBody>
                  <a:tcPr/>
                </a:tc>
                <a:extLst>
                  <a:ext uri="{0D108BD9-81ED-4DB2-BD59-A6C34878D82A}">
                    <a16:rowId xmlns:a16="http://schemas.microsoft.com/office/drawing/2014/main" val="10009"/>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未使用</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8800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328282-75EA-B92F-D060-8AD789016CB5}"/>
              </a:ext>
            </a:extLst>
          </p:cNvPr>
          <p:cNvSpPr>
            <a:spLocks noGrp="1"/>
          </p:cNvSpPr>
          <p:nvPr>
            <p:ph type="title"/>
          </p:nvPr>
        </p:nvSpPr>
        <p:spPr/>
        <p:txBody>
          <a:bodyPr/>
          <a:lstStyle/>
          <a:p>
            <a:r>
              <a:rPr lang="ja-JP" altLang="en-US" dirty="0"/>
              <a:t>物理設計⑦</a:t>
            </a:r>
            <a:endParaRPr kumimoji="1" lang="ja-JP" altLang="en-US" dirty="0"/>
          </a:p>
        </p:txBody>
      </p:sp>
      <p:sp>
        <p:nvSpPr>
          <p:cNvPr id="3" name="コンテンツ プレースホルダー 2">
            <a:extLst>
              <a:ext uri="{FF2B5EF4-FFF2-40B4-BE49-F238E27FC236}">
                <a16:creationId xmlns:a16="http://schemas.microsoft.com/office/drawing/2014/main" id="{0FAF593E-696E-FAC3-D5B1-625C6C3C477C}"/>
              </a:ext>
            </a:extLst>
          </p:cNvPr>
          <p:cNvSpPr>
            <a:spLocks noGrp="1"/>
          </p:cNvSpPr>
          <p:nvPr>
            <p:ph idx="1"/>
          </p:nvPr>
        </p:nvSpPr>
        <p:spPr/>
        <p:txBody>
          <a:bodyPr>
            <a:normAutofit/>
          </a:bodyPr>
          <a:lstStyle/>
          <a:p>
            <a:r>
              <a:rPr lang="ja-JP" altLang="en-US" sz="2400" dirty="0"/>
              <a:t>ポート構成（</a:t>
            </a:r>
            <a:r>
              <a:rPr lang="en-US" altLang="ja-JP" sz="2400" dirty="0"/>
              <a:t>Router</a:t>
            </a:r>
            <a:r>
              <a:rPr lang="ja-JP" altLang="en-US" sz="2400" dirty="0"/>
              <a:t>）</a:t>
            </a:r>
            <a:endParaRPr lang="en-US" altLang="ja-JP" sz="2400" dirty="0"/>
          </a:p>
          <a:p>
            <a:pPr lvl="1"/>
            <a:r>
              <a:rPr lang="en-US" altLang="ja-JP" dirty="0"/>
              <a:t>CSW</a:t>
            </a:r>
            <a:r>
              <a:rPr lang="ja-JP" altLang="en-US" dirty="0"/>
              <a:t>と接続するポートは、</a:t>
            </a:r>
            <a:r>
              <a:rPr lang="en-US" altLang="ja-JP" dirty="0"/>
              <a:t>1</a:t>
            </a:r>
            <a:r>
              <a:rPr lang="ja-JP" altLang="en-US" dirty="0"/>
              <a:t>番目のポート</a:t>
            </a:r>
            <a:r>
              <a:rPr lang="en-US" altLang="ja-JP" dirty="0"/>
              <a:t>Gi0/0</a:t>
            </a:r>
            <a:r>
              <a:rPr lang="ja-JP" altLang="en-US" dirty="0"/>
              <a:t>を使用する</a:t>
            </a:r>
            <a:endParaRPr lang="en-US" altLang="ja-JP" dirty="0"/>
          </a:p>
          <a:p>
            <a:pPr lvl="1"/>
            <a:r>
              <a:rPr lang="en-US" altLang="ja-JP" dirty="0"/>
              <a:t>IP-VPN</a:t>
            </a:r>
            <a:r>
              <a:rPr lang="ja-JP" altLang="en-US" dirty="0"/>
              <a:t>網と接続するポートは</a:t>
            </a:r>
            <a:r>
              <a:rPr lang="en-US" altLang="ja-JP" dirty="0"/>
              <a:t>2</a:t>
            </a:r>
            <a:r>
              <a:rPr lang="ja-JP" altLang="en-US" dirty="0"/>
              <a:t>番目のポート</a:t>
            </a:r>
            <a:r>
              <a:rPr lang="en-US" altLang="ja-JP" dirty="0"/>
              <a:t>Gi0/1</a:t>
            </a:r>
            <a:r>
              <a:rPr lang="ja-JP" altLang="en-US" dirty="0"/>
              <a:t>を使用する</a:t>
            </a:r>
            <a:endParaRPr lang="en-US" altLang="ja-JP" dirty="0"/>
          </a:p>
          <a:p>
            <a:pPr lvl="1"/>
            <a:endParaRPr lang="en-US" altLang="ja-JP" dirty="0"/>
          </a:p>
          <a:p>
            <a:r>
              <a:rPr lang="ja-JP" altLang="en-US" sz="2400" dirty="0"/>
              <a:t>ルータ　ポート構成表</a:t>
            </a:r>
          </a:p>
          <a:p>
            <a:endParaRPr kumimoji="1" lang="ja-JP" altLang="en-US" sz="3200" dirty="0"/>
          </a:p>
        </p:txBody>
      </p:sp>
      <p:sp>
        <p:nvSpPr>
          <p:cNvPr id="4" name="スライド番号プレースホルダー 3">
            <a:extLst>
              <a:ext uri="{FF2B5EF4-FFF2-40B4-BE49-F238E27FC236}">
                <a16:creationId xmlns:a16="http://schemas.microsoft.com/office/drawing/2014/main" id="{6D91ADB5-A7DC-A6D9-4AFB-654DC359D952}"/>
              </a:ext>
            </a:extLst>
          </p:cNvPr>
          <p:cNvSpPr>
            <a:spLocks noGrp="1"/>
          </p:cNvSpPr>
          <p:nvPr>
            <p:ph type="sldNum" sz="quarter" idx="10"/>
          </p:nvPr>
        </p:nvSpPr>
        <p:spPr/>
        <p:txBody>
          <a:bodyPr/>
          <a:lstStyle/>
          <a:p>
            <a:pPr>
              <a:defRPr/>
            </a:pPr>
            <a:fld id="{317FD5BC-56C6-4791-9AE8-E48ACCBD4B05}" type="slidenum">
              <a:rPr lang="ja-JP" altLang="en-US" smtClean="0"/>
              <a:pPr>
                <a:defRPr/>
              </a:pPr>
              <a:t>26</a:t>
            </a:fld>
            <a:endParaRPr lang="en-US" altLang="ja-JP" dirty="0"/>
          </a:p>
        </p:txBody>
      </p:sp>
      <p:graphicFrame>
        <p:nvGraphicFramePr>
          <p:cNvPr id="5" name="表 4">
            <a:extLst>
              <a:ext uri="{FF2B5EF4-FFF2-40B4-BE49-F238E27FC236}">
                <a16:creationId xmlns:a16="http://schemas.microsoft.com/office/drawing/2014/main" id="{B570BA42-3E9D-8FBF-7AAB-4934994165F4}"/>
              </a:ext>
            </a:extLst>
          </p:cNvPr>
          <p:cNvGraphicFramePr>
            <a:graphicFrameLocks noGrp="1"/>
          </p:cNvGraphicFramePr>
          <p:nvPr>
            <p:extLst>
              <p:ext uri="{D42A27DB-BD31-4B8C-83A1-F6EECF244321}">
                <p14:modId xmlns:p14="http://schemas.microsoft.com/office/powerpoint/2010/main" val="3194574781"/>
              </p:ext>
            </p:extLst>
          </p:nvPr>
        </p:nvGraphicFramePr>
        <p:xfrm>
          <a:off x="336792" y="2897505"/>
          <a:ext cx="8295322" cy="1584451"/>
        </p:xfrm>
        <a:graphic>
          <a:graphicData uri="http://schemas.openxmlformats.org/drawingml/2006/table">
            <a:tbl>
              <a:tblPr firstRow="1" bandRow="1">
                <a:tableStyleId>{5C22544A-7EE6-4342-B048-85BDC9FD1C3A}</a:tableStyleId>
              </a:tblPr>
              <a:tblGrid>
                <a:gridCol w="1698526">
                  <a:extLst>
                    <a:ext uri="{9D8B030D-6E8A-4147-A177-3AD203B41FA5}">
                      <a16:colId xmlns:a16="http://schemas.microsoft.com/office/drawing/2014/main" val="20000"/>
                    </a:ext>
                  </a:extLst>
                </a:gridCol>
                <a:gridCol w="2176637">
                  <a:extLst>
                    <a:ext uri="{9D8B030D-6E8A-4147-A177-3AD203B41FA5}">
                      <a16:colId xmlns:a16="http://schemas.microsoft.com/office/drawing/2014/main" val="20001"/>
                    </a:ext>
                  </a:extLst>
                </a:gridCol>
                <a:gridCol w="1076960">
                  <a:extLst>
                    <a:ext uri="{9D8B030D-6E8A-4147-A177-3AD203B41FA5}">
                      <a16:colId xmlns:a16="http://schemas.microsoft.com/office/drawing/2014/main" val="20002"/>
                    </a:ext>
                  </a:extLst>
                </a:gridCol>
                <a:gridCol w="944880">
                  <a:extLst>
                    <a:ext uri="{9D8B030D-6E8A-4147-A177-3AD203B41FA5}">
                      <a16:colId xmlns:a16="http://schemas.microsoft.com/office/drawing/2014/main" val="20003"/>
                    </a:ext>
                  </a:extLst>
                </a:gridCol>
                <a:gridCol w="2398319">
                  <a:extLst>
                    <a:ext uri="{9D8B030D-6E8A-4147-A177-3AD203B41FA5}">
                      <a16:colId xmlns:a16="http://schemas.microsoft.com/office/drawing/2014/main" val="20004"/>
                    </a:ext>
                  </a:extLst>
                </a:gridCol>
              </a:tblGrid>
              <a:tr h="365251">
                <a:tc>
                  <a:txBody>
                    <a:bodyPr/>
                    <a:lstStyle/>
                    <a:p>
                      <a:r>
                        <a:rPr kumimoji="1" lang="ja-JP" altLang="en-US" sz="1400" dirty="0"/>
                        <a:t>ホスト名</a:t>
                      </a:r>
                    </a:p>
                  </a:txBody>
                  <a:tcPr/>
                </a:tc>
                <a:tc>
                  <a:txBody>
                    <a:bodyPr/>
                    <a:lstStyle/>
                    <a:p>
                      <a:r>
                        <a:rPr kumimoji="1" lang="ja-JP" altLang="en-US" sz="1400" dirty="0"/>
                        <a:t>割り当てポート</a:t>
                      </a:r>
                    </a:p>
                  </a:txBody>
                  <a:tcPr/>
                </a:tc>
                <a:tc>
                  <a:txBody>
                    <a:bodyPr/>
                    <a:lstStyle/>
                    <a:p>
                      <a:r>
                        <a:rPr kumimoji="1" lang="en-US" altLang="ja-JP" sz="1400" dirty="0"/>
                        <a:t>VLAN ID</a:t>
                      </a:r>
                      <a:endParaRPr kumimoji="1" lang="ja-JP" altLang="en-US" sz="1400" dirty="0"/>
                    </a:p>
                  </a:txBody>
                  <a:tcPr/>
                </a:tc>
                <a:tc>
                  <a:txBody>
                    <a:bodyPr/>
                    <a:lstStyle/>
                    <a:p>
                      <a:r>
                        <a:rPr kumimoji="1" lang="en-US" altLang="ja-JP" sz="1400" dirty="0"/>
                        <a:t>802.1q</a:t>
                      </a:r>
                      <a:endParaRPr kumimoji="1" lang="ja-JP" altLang="en-US" sz="1400" dirty="0"/>
                    </a:p>
                  </a:txBody>
                  <a:tcPr/>
                </a:tc>
                <a:tc>
                  <a:txBody>
                    <a:bodyPr/>
                    <a:lstStyle/>
                    <a:p>
                      <a:r>
                        <a:rPr kumimoji="1" lang="ja-JP" altLang="en-US" sz="1400" dirty="0"/>
                        <a:t>用途</a:t>
                      </a:r>
                    </a:p>
                  </a:txBody>
                  <a:tcPr/>
                </a:tc>
                <a:extLst>
                  <a:ext uri="{0D108BD9-81ED-4DB2-BD59-A6C34878D82A}">
                    <a16:rowId xmlns:a16="http://schemas.microsoft.com/office/drawing/2014/main" val="10000"/>
                  </a:ext>
                </a:extLst>
              </a:tr>
              <a:tr h="0">
                <a:tc rowSpan="2">
                  <a:txBody>
                    <a:bodyPr/>
                    <a:lstStyle/>
                    <a:p>
                      <a:r>
                        <a:rPr kumimoji="1" lang="en-US" altLang="ja-JP" sz="1400" dirty="0"/>
                        <a:t>R1</a:t>
                      </a:r>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Gi0/0</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r>
                        <a:rPr kumimoji="1" lang="en-US" altLang="ja-JP" sz="1400" dirty="0"/>
                        <a:t>CSW</a:t>
                      </a:r>
                      <a:r>
                        <a:rPr kumimoji="1" lang="ja-JP" altLang="en-US" sz="1400" dirty="0"/>
                        <a:t>接続用</a:t>
                      </a:r>
                    </a:p>
                  </a:txBody>
                  <a:tcPr/>
                </a:tc>
                <a:extLst>
                  <a:ext uri="{0D108BD9-81ED-4DB2-BD59-A6C34878D82A}">
                    <a16:rowId xmlns:a16="http://schemas.microsoft.com/office/drawing/2014/main" val="10001"/>
                  </a:ext>
                </a:extLst>
              </a:tr>
              <a:tr h="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IP-VPN</a:t>
                      </a:r>
                      <a:r>
                        <a:rPr kumimoji="1" lang="ja-JP" altLang="en-US" sz="1400" dirty="0"/>
                        <a:t>接続用</a:t>
                      </a:r>
                    </a:p>
                  </a:txBody>
                  <a:tcPr/>
                </a:tc>
                <a:extLst>
                  <a:ext uri="{0D108BD9-81ED-4DB2-BD59-A6C34878D82A}">
                    <a16:rowId xmlns:a16="http://schemas.microsoft.com/office/drawing/2014/main" val="10002"/>
                  </a:ext>
                </a:extLst>
              </a:tr>
              <a:tr h="0">
                <a:tc rowSpan="2">
                  <a:txBody>
                    <a:bodyPr/>
                    <a:lstStyle/>
                    <a:p>
                      <a:r>
                        <a:rPr kumimoji="1" lang="en-US" altLang="ja-JP" sz="1400" dirty="0"/>
                        <a:t>R2</a:t>
                      </a:r>
                      <a:endParaRPr kumimoji="1" lang="ja-JP" altLang="en-US" sz="14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Gi0/0</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r>
                        <a:rPr kumimoji="1" lang="en-US" altLang="ja-JP" sz="1400" dirty="0"/>
                        <a:t>CSW</a:t>
                      </a:r>
                      <a:r>
                        <a:rPr kumimoji="1" lang="ja-JP" altLang="en-US" sz="1400" dirty="0"/>
                        <a:t>接続用</a:t>
                      </a:r>
                    </a:p>
                  </a:txBody>
                  <a:tcPr/>
                </a:tc>
                <a:extLst>
                  <a:ext uri="{0D108BD9-81ED-4DB2-BD59-A6C34878D82A}">
                    <a16:rowId xmlns:a16="http://schemas.microsoft.com/office/drawing/2014/main" val="10003"/>
                  </a:ext>
                </a:extLst>
              </a:tr>
              <a:tr h="0">
                <a:tc vMerge="1">
                  <a:txBody>
                    <a:bodyPr/>
                    <a:lstStyle/>
                    <a:p>
                      <a:endParaRPr kumimoji="1" lang="ja-JP" alt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Gi0/1</a:t>
                      </a:r>
                      <a:endParaRPr kumimoji="1" lang="ja-JP"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IP-VPN</a:t>
                      </a:r>
                      <a:r>
                        <a:rPr kumimoji="1" lang="ja-JP" altLang="en-US" sz="1400" dirty="0"/>
                        <a:t>接続用</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1012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0BE6-B323-E0BD-685E-343D5122A8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2F921F-D70B-113C-96F9-6290508A7DEA}"/>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～論理設計～</a:t>
            </a:r>
            <a:endParaRPr kumimoji="1" lang="ja-JP" altLang="en-US" dirty="0"/>
          </a:p>
        </p:txBody>
      </p:sp>
      <p:sp>
        <p:nvSpPr>
          <p:cNvPr id="4" name="スライド番号プレースホルダー 3">
            <a:extLst>
              <a:ext uri="{FF2B5EF4-FFF2-40B4-BE49-F238E27FC236}">
                <a16:creationId xmlns:a16="http://schemas.microsoft.com/office/drawing/2014/main" id="{2F586CDF-0AB6-36CF-E11F-5F9E14471E7C}"/>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27</a:t>
            </a:fld>
            <a:endParaRPr lang="en-US" altLang="ja-JP" dirty="0"/>
          </a:p>
        </p:txBody>
      </p:sp>
    </p:spTree>
    <p:extLst>
      <p:ext uri="{BB962C8B-B14F-4D97-AF65-F5344CB8AC3E}">
        <p14:creationId xmlns:p14="http://schemas.microsoft.com/office/powerpoint/2010/main" val="3282137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303183-E2F5-7EF9-E9E9-858A5D3019E2}"/>
              </a:ext>
            </a:extLst>
          </p:cNvPr>
          <p:cNvSpPr>
            <a:spLocks noGrp="1"/>
          </p:cNvSpPr>
          <p:nvPr>
            <p:ph type="title"/>
          </p:nvPr>
        </p:nvSpPr>
        <p:spPr/>
        <p:txBody>
          <a:bodyPr/>
          <a:lstStyle/>
          <a:p>
            <a:r>
              <a:rPr lang="ja-JP" altLang="en-US" dirty="0"/>
              <a:t>論理設計①</a:t>
            </a:r>
            <a:endParaRPr kumimoji="1" lang="ja-JP" altLang="en-US" dirty="0"/>
          </a:p>
        </p:txBody>
      </p:sp>
      <p:sp>
        <p:nvSpPr>
          <p:cNvPr id="3" name="コンテンツ プレースホルダー 2">
            <a:extLst>
              <a:ext uri="{FF2B5EF4-FFF2-40B4-BE49-F238E27FC236}">
                <a16:creationId xmlns:a16="http://schemas.microsoft.com/office/drawing/2014/main" id="{0149F03B-79AF-C4F8-3032-254D6B83A6CA}"/>
              </a:ext>
            </a:extLst>
          </p:cNvPr>
          <p:cNvSpPr>
            <a:spLocks noGrp="1"/>
          </p:cNvSpPr>
          <p:nvPr>
            <p:ph idx="1"/>
          </p:nvPr>
        </p:nvSpPr>
        <p:spPr/>
        <p:txBody>
          <a:bodyPr/>
          <a:lstStyle/>
          <a:p>
            <a:r>
              <a:rPr lang="en-US" altLang="ja-JP" sz="2200" dirty="0"/>
              <a:t>IP</a:t>
            </a:r>
            <a:r>
              <a:rPr lang="ja-JP" altLang="en-US" sz="2200" dirty="0"/>
              <a:t>アドレス設計</a:t>
            </a:r>
            <a:endParaRPr lang="en-US" altLang="ja-JP" sz="2000" dirty="0"/>
          </a:p>
          <a:p>
            <a:pPr lvl="1"/>
            <a:r>
              <a:rPr lang="ja-JP" altLang="en-US" sz="2000" dirty="0"/>
              <a:t>内部で使用するアドレスレンジは</a:t>
            </a:r>
            <a:r>
              <a:rPr lang="en-US" altLang="ja-JP" sz="2000" dirty="0"/>
              <a:t>10.1.0.0/16</a:t>
            </a:r>
            <a:r>
              <a:rPr lang="ja-JP" altLang="en-US" sz="2000" dirty="0"/>
              <a:t>とする</a:t>
            </a:r>
            <a:endParaRPr lang="en-US" altLang="ja-JP" sz="2000" dirty="0"/>
          </a:p>
          <a:p>
            <a:pPr lvl="1"/>
            <a:r>
              <a:rPr lang="ja-JP" altLang="en-US" sz="2000" dirty="0"/>
              <a:t>ネットワーク機器間の</a:t>
            </a:r>
            <a:r>
              <a:rPr lang="en-US" altLang="ja-JP" sz="2000" dirty="0"/>
              <a:t>IP</a:t>
            </a:r>
            <a:r>
              <a:rPr lang="ja-JP" altLang="en-US" sz="2000" dirty="0"/>
              <a:t>アドレスは、</a:t>
            </a:r>
            <a:r>
              <a:rPr lang="en-US" altLang="ja-JP" sz="2000" dirty="0"/>
              <a:t>/30</a:t>
            </a:r>
            <a:r>
              <a:rPr lang="ja-JP" altLang="en-US" sz="2000" dirty="0"/>
              <a:t>にサブネット化して使用する</a:t>
            </a:r>
            <a:endParaRPr lang="en-US" altLang="ja-JP" sz="2000" dirty="0"/>
          </a:p>
          <a:p>
            <a:pPr lvl="1"/>
            <a:r>
              <a:rPr lang="en-US" altLang="ja-JP" sz="2000" dirty="0"/>
              <a:t>Router</a:t>
            </a:r>
            <a:r>
              <a:rPr lang="ja-JP" altLang="en-US" sz="2000" dirty="0"/>
              <a:t>、</a:t>
            </a:r>
            <a:r>
              <a:rPr lang="en-US" altLang="ja-JP" sz="2000" dirty="0"/>
              <a:t>DSW</a:t>
            </a:r>
            <a:r>
              <a:rPr lang="ja-JP" altLang="en-US" sz="2000" dirty="0"/>
              <a:t>、</a:t>
            </a:r>
            <a:r>
              <a:rPr lang="en-US" altLang="ja-JP" sz="2000" dirty="0"/>
              <a:t>CSW</a:t>
            </a:r>
            <a:r>
              <a:rPr lang="ja-JP" altLang="en-US" sz="2000" dirty="0"/>
              <a:t>は管理用に使用するアドレスを</a:t>
            </a:r>
            <a:r>
              <a:rPr lang="en-US" altLang="ja-JP" sz="2000" dirty="0"/>
              <a:t>/32</a:t>
            </a:r>
            <a:r>
              <a:rPr lang="ja-JP" altLang="en-US" sz="2000" dirty="0"/>
              <a:t>で</a:t>
            </a:r>
            <a:r>
              <a:rPr lang="en-US" altLang="ja-JP" sz="2000" dirty="0"/>
              <a:t>loopback</a:t>
            </a:r>
            <a:r>
              <a:rPr lang="ja-JP" altLang="en-US" sz="2000" dirty="0"/>
              <a:t>インターフェイスに設定する</a:t>
            </a:r>
            <a:endParaRPr lang="en-US" altLang="ja-JP" sz="2000" dirty="0"/>
          </a:p>
          <a:p>
            <a:pPr lvl="1"/>
            <a:r>
              <a:rPr lang="ja-JP" altLang="en-US" sz="2000" dirty="0"/>
              <a:t>クライアントセグメント、サーバセグメントの</a:t>
            </a:r>
            <a:r>
              <a:rPr lang="en-US" altLang="ja-JP" sz="2000" dirty="0"/>
              <a:t>IP</a:t>
            </a:r>
            <a:r>
              <a:rPr lang="ja-JP" altLang="en-US" sz="2000" dirty="0"/>
              <a:t>アドレスの採番は、以下のルールに従う</a:t>
            </a:r>
            <a:endParaRPr lang="en-US" altLang="ja-JP" sz="2000" dirty="0"/>
          </a:p>
          <a:p>
            <a:pPr lvl="2"/>
            <a:r>
              <a:rPr lang="en-US" altLang="ja-JP" sz="1800" dirty="0"/>
              <a:t>/24</a:t>
            </a:r>
            <a:r>
              <a:rPr lang="ja-JP" altLang="en-US" sz="1800" dirty="0"/>
              <a:t>にサブネット化して使用する</a:t>
            </a:r>
            <a:endParaRPr lang="en-US" altLang="ja-JP" sz="1800" dirty="0"/>
          </a:p>
          <a:p>
            <a:pPr lvl="2"/>
            <a:r>
              <a:rPr lang="ja-JP" altLang="en-US" sz="1800" dirty="0"/>
              <a:t>第</a:t>
            </a:r>
            <a:r>
              <a:rPr lang="en-US" altLang="ja-JP" sz="1800" dirty="0"/>
              <a:t>2</a:t>
            </a:r>
            <a:r>
              <a:rPr lang="ja-JP" altLang="en-US" sz="1800" dirty="0"/>
              <a:t>オクテット：拠点を表す番号を設定する</a:t>
            </a:r>
            <a:endParaRPr lang="en-US" altLang="ja-JP" sz="1800" dirty="0"/>
          </a:p>
          <a:p>
            <a:pPr lvl="2"/>
            <a:r>
              <a:rPr lang="ja-JP" altLang="en-US" sz="1800" dirty="0"/>
              <a:t>第</a:t>
            </a:r>
            <a:r>
              <a:rPr lang="en-US" altLang="ja-JP" sz="1800" dirty="0"/>
              <a:t>3</a:t>
            </a:r>
            <a:r>
              <a:rPr lang="ja-JP" altLang="en-US" sz="1800" dirty="0"/>
              <a:t>オクテット：部署を表す番号を設定する（</a:t>
            </a:r>
            <a:r>
              <a:rPr lang="en-US" altLang="ja-JP" sz="1800" dirty="0"/>
              <a:t>VLAN ID</a:t>
            </a:r>
            <a:r>
              <a:rPr lang="ja-JP" altLang="en-US" sz="1800" dirty="0"/>
              <a:t>と共通とする。サーバセグメントは</a:t>
            </a:r>
            <a:r>
              <a:rPr lang="en-US" altLang="ja-JP" sz="1800" dirty="0"/>
              <a:t>100</a:t>
            </a:r>
            <a:r>
              <a:rPr lang="ja-JP" altLang="en-US" sz="1800" dirty="0"/>
              <a:t>）</a:t>
            </a:r>
            <a:endParaRPr lang="en-US" altLang="ja-JP" sz="1800" dirty="0"/>
          </a:p>
          <a:p>
            <a:pPr lvl="2"/>
            <a:r>
              <a:rPr lang="ja-JP" altLang="en-US" sz="1800" dirty="0"/>
              <a:t>第</a:t>
            </a:r>
            <a:r>
              <a:rPr lang="en-US" altLang="ja-JP" sz="1800" dirty="0"/>
              <a:t>4</a:t>
            </a:r>
            <a:r>
              <a:rPr lang="ja-JP" altLang="en-US" sz="1800" dirty="0"/>
              <a:t>オクテット：</a:t>
            </a:r>
            <a:endParaRPr lang="en-US" altLang="ja-JP" sz="1800" dirty="0"/>
          </a:p>
          <a:p>
            <a:pPr lvl="3"/>
            <a:r>
              <a:rPr lang="en-US" altLang="ja-JP" sz="1600" dirty="0"/>
              <a:t>1 - 100	</a:t>
            </a:r>
            <a:r>
              <a:rPr lang="ja-JP" altLang="en-US" sz="1600" dirty="0"/>
              <a:t>⇒ サーバ（固定）</a:t>
            </a:r>
            <a:endParaRPr lang="en-US" altLang="ja-JP" sz="1600" dirty="0"/>
          </a:p>
          <a:p>
            <a:pPr lvl="3"/>
            <a:r>
              <a:rPr lang="en-US" altLang="ja-JP" sz="1600" dirty="0"/>
              <a:t>101 - 199	</a:t>
            </a:r>
            <a:r>
              <a:rPr lang="ja-JP" altLang="en-US" sz="1600" dirty="0"/>
              <a:t>⇒ クライアント</a:t>
            </a:r>
            <a:r>
              <a:rPr lang="en-US" altLang="ja-JP" sz="1600" dirty="0"/>
              <a:t>PC</a:t>
            </a:r>
            <a:r>
              <a:rPr lang="ja-JP" altLang="en-US" sz="1600" dirty="0"/>
              <a:t>（</a:t>
            </a:r>
            <a:r>
              <a:rPr lang="en-US" altLang="ja-JP" sz="1600" dirty="0"/>
              <a:t>DHCP</a:t>
            </a:r>
            <a:r>
              <a:rPr lang="ja-JP" altLang="en-US" sz="1600" dirty="0"/>
              <a:t>プール）</a:t>
            </a:r>
            <a:endParaRPr lang="en-US" altLang="ja-JP" sz="1600" dirty="0"/>
          </a:p>
          <a:p>
            <a:pPr lvl="3"/>
            <a:r>
              <a:rPr lang="en-US" altLang="ja-JP" sz="1600" dirty="0"/>
              <a:t>200 -</a:t>
            </a:r>
            <a:r>
              <a:rPr lang="ja-JP" altLang="en-US" sz="1600" dirty="0"/>
              <a:t>　　　　　⇒ネットワーク機器</a:t>
            </a:r>
            <a:endParaRPr kumimoji="1" lang="ja-JP" altLang="en-US" dirty="0"/>
          </a:p>
        </p:txBody>
      </p:sp>
      <p:sp>
        <p:nvSpPr>
          <p:cNvPr id="4" name="スライド番号プレースホルダー 3">
            <a:extLst>
              <a:ext uri="{FF2B5EF4-FFF2-40B4-BE49-F238E27FC236}">
                <a16:creationId xmlns:a16="http://schemas.microsoft.com/office/drawing/2014/main" id="{638D9279-DFD1-7A66-9D50-03A5C1642B29}"/>
              </a:ext>
            </a:extLst>
          </p:cNvPr>
          <p:cNvSpPr>
            <a:spLocks noGrp="1"/>
          </p:cNvSpPr>
          <p:nvPr>
            <p:ph type="sldNum" sz="quarter" idx="10"/>
          </p:nvPr>
        </p:nvSpPr>
        <p:spPr/>
        <p:txBody>
          <a:bodyPr/>
          <a:lstStyle/>
          <a:p>
            <a:pPr>
              <a:defRPr/>
            </a:pPr>
            <a:fld id="{317FD5BC-56C6-4791-9AE8-E48ACCBD4B05}" type="slidenum">
              <a:rPr lang="ja-JP" altLang="en-US" smtClean="0"/>
              <a:pPr>
                <a:defRPr/>
              </a:pPr>
              <a:t>28</a:t>
            </a:fld>
            <a:endParaRPr lang="en-US" altLang="ja-JP" dirty="0"/>
          </a:p>
        </p:txBody>
      </p:sp>
    </p:spTree>
    <p:extLst>
      <p:ext uri="{BB962C8B-B14F-4D97-AF65-F5344CB8AC3E}">
        <p14:creationId xmlns:p14="http://schemas.microsoft.com/office/powerpoint/2010/main" val="2371404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ABE66-7491-5DBA-BDDC-FC5F86553E97}"/>
              </a:ext>
            </a:extLst>
          </p:cNvPr>
          <p:cNvSpPr>
            <a:spLocks noGrp="1"/>
          </p:cNvSpPr>
          <p:nvPr>
            <p:ph type="title"/>
          </p:nvPr>
        </p:nvSpPr>
        <p:spPr/>
        <p:txBody>
          <a:bodyPr/>
          <a:lstStyle/>
          <a:p>
            <a:r>
              <a:rPr lang="ja-JP" altLang="en-US" dirty="0"/>
              <a:t>論理設計②</a:t>
            </a:r>
            <a:endParaRPr kumimoji="1" lang="ja-JP" altLang="en-US" dirty="0"/>
          </a:p>
        </p:txBody>
      </p:sp>
      <p:sp>
        <p:nvSpPr>
          <p:cNvPr id="3" name="コンテンツ プレースホルダー 2">
            <a:extLst>
              <a:ext uri="{FF2B5EF4-FFF2-40B4-BE49-F238E27FC236}">
                <a16:creationId xmlns:a16="http://schemas.microsoft.com/office/drawing/2014/main" id="{44922718-FE6E-2000-13FB-FF68A9806A00}"/>
              </a:ext>
            </a:extLst>
          </p:cNvPr>
          <p:cNvSpPr>
            <a:spLocks noGrp="1"/>
          </p:cNvSpPr>
          <p:nvPr>
            <p:ph idx="1"/>
          </p:nvPr>
        </p:nvSpPr>
        <p:spPr/>
        <p:txBody>
          <a:bodyPr/>
          <a:lstStyle/>
          <a:p>
            <a:pPr lvl="1"/>
            <a:r>
              <a:rPr lang="ja-JP" altLang="en-US" sz="2000" dirty="0"/>
              <a:t>クライアント</a:t>
            </a:r>
            <a:r>
              <a:rPr lang="en-US" altLang="ja-JP" sz="2000" dirty="0"/>
              <a:t>PC</a:t>
            </a:r>
            <a:r>
              <a:rPr lang="ja-JP" altLang="en-US" sz="2000" dirty="0"/>
              <a:t>の</a:t>
            </a:r>
            <a:r>
              <a:rPr lang="en-US" altLang="ja-JP" sz="2000" dirty="0"/>
              <a:t>IP</a:t>
            </a:r>
            <a:r>
              <a:rPr lang="ja-JP" altLang="en-US" sz="2000" dirty="0"/>
              <a:t>アドレスは自動構成とする</a:t>
            </a:r>
            <a:endParaRPr lang="en-US" altLang="ja-JP" sz="2000" dirty="0"/>
          </a:p>
          <a:p>
            <a:pPr lvl="1"/>
            <a:r>
              <a:rPr lang="ja-JP" altLang="en-US" sz="2000" dirty="0"/>
              <a:t>下記のように、</a:t>
            </a:r>
            <a:r>
              <a:rPr lang="en-US" altLang="ja-JP" sz="2000" dirty="0"/>
              <a:t>DSW</a:t>
            </a:r>
            <a:r>
              <a:rPr lang="ja-JP" altLang="en-US" sz="2000" dirty="0"/>
              <a:t>を各クライアントセグメントの</a:t>
            </a:r>
            <a:r>
              <a:rPr lang="en-US" altLang="ja-JP" sz="2000" dirty="0"/>
              <a:t>DHCP</a:t>
            </a:r>
            <a:r>
              <a:rPr lang="ja-JP" altLang="en-US" sz="2000" dirty="0"/>
              <a:t>サーバーとする</a:t>
            </a:r>
            <a:endParaRPr lang="en-US" altLang="ja-JP" sz="2000" dirty="0"/>
          </a:p>
          <a:p>
            <a:pPr lvl="2"/>
            <a:r>
              <a:rPr lang="en-US" altLang="ja-JP" sz="1600" dirty="0"/>
              <a:t>DSW1</a:t>
            </a:r>
            <a:r>
              <a:rPr lang="ja-JP" altLang="en-US" sz="1600" dirty="0"/>
              <a:t>：</a:t>
            </a:r>
            <a:r>
              <a:rPr lang="en-US" altLang="ja-JP" sz="1600"/>
              <a:t>VLAN 10,20,30</a:t>
            </a:r>
            <a:endParaRPr lang="en-US" altLang="ja-JP" sz="1600" dirty="0"/>
          </a:p>
          <a:p>
            <a:pPr lvl="2"/>
            <a:r>
              <a:rPr lang="en-US" altLang="ja-JP" sz="1600" dirty="0"/>
              <a:t>DSW2</a:t>
            </a:r>
            <a:r>
              <a:rPr lang="ja-JP" altLang="en-US" sz="1600" dirty="0"/>
              <a:t>：</a:t>
            </a:r>
            <a:r>
              <a:rPr lang="en-US" altLang="ja-JP" sz="1600" dirty="0"/>
              <a:t>VLAN 40,50,60</a:t>
            </a:r>
          </a:p>
          <a:p>
            <a:pPr lvl="1"/>
            <a:r>
              <a:rPr lang="ja-JP" altLang="en-US" sz="2000" dirty="0"/>
              <a:t>各</a:t>
            </a:r>
            <a:r>
              <a:rPr lang="en-US" altLang="ja-JP" sz="2000" dirty="0"/>
              <a:t>VLAN</a:t>
            </a:r>
            <a:r>
              <a:rPr lang="ja-JP" altLang="en-US" sz="2000" dirty="0"/>
              <a:t>のトラフィックは</a:t>
            </a:r>
            <a:r>
              <a:rPr lang="en-US" altLang="ja-JP" sz="2000" dirty="0"/>
              <a:t>DHCP</a:t>
            </a:r>
            <a:r>
              <a:rPr lang="ja-JP" altLang="en-US" sz="2000" dirty="0"/>
              <a:t>サーバー側を通るように、スパニングツリーを使って</a:t>
            </a:r>
            <a:r>
              <a:rPr lang="en-US" altLang="ja-JP" sz="2000" dirty="0"/>
              <a:t>LAN</a:t>
            </a:r>
            <a:r>
              <a:rPr lang="ja-JP" altLang="en-US" sz="2000" dirty="0"/>
              <a:t>内のトラフィックを分散する</a:t>
            </a:r>
            <a:endParaRPr lang="en-US" altLang="ja-JP" sz="2000" dirty="0"/>
          </a:p>
          <a:p>
            <a:pPr lvl="1"/>
            <a:r>
              <a:rPr lang="en-US" altLang="ja-JP" sz="2000" dirty="0"/>
              <a:t>ASW</a:t>
            </a:r>
            <a:r>
              <a:rPr lang="ja-JP" altLang="en-US" sz="2000" dirty="0"/>
              <a:t>の管理</a:t>
            </a:r>
            <a:r>
              <a:rPr lang="en-US" altLang="ja-JP" sz="2000" dirty="0"/>
              <a:t>VLAN</a:t>
            </a:r>
            <a:r>
              <a:rPr lang="ja-JP" altLang="en-US" sz="2000" dirty="0"/>
              <a:t>セグメントは必要最小限の規模で最適なネットワーク長を使用する</a:t>
            </a:r>
            <a:endParaRPr lang="en-US" altLang="ja-JP" sz="20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C265A274-2F76-4116-F305-C62D5E4C5D66}"/>
              </a:ext>
            </a:extLst>
          </p:cNvPr>
          <p:cNvSpPr>
            <a:spLocks noGrp="1"/>
          </p:cNvSpPr>
          <p:nvPr>
            <p:ph type="sldNum" sz="quarter" idx="10"/>
          </p:nvPr>
        </p:nvSpPr>
        <p:spPr/>
        <p:txBody>
          <a:bodyPr/>
          <a:lstStyle/>
          <a:p>
            <a:pPr>
              <a:defRPr/>
            </a:pPr>
            <a:fld id="{317FD5BC-56C6-4791-9AE8-E48ACCBD4B05}" type="slidenum">
              <a:rPr lang="ja-JP" altLang="en-US" smtClean="0"/>
              <a:pPr>
                <a:defRPr/>
              </a:pPr>
              <a:t>29</a:t>
            </a:fld>
            <a:endParaRPr lang="en-US" altLang="ja-JP" dirty="0"/>
          </a:p>
        </p:txBody>
      </p:sp>
    </p:spTree>
    <p:extLst>
      <p:ext uri="{BB962C8B-B14F-4D97-AF65-F5344CB8AC3E}">
        <p14:creationId xmlns:p14="http://schemas.microsoft.com/office/powerpoint/2010/main" val="2378064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F70228-8372-86A4-CB8B-1A94EA03CD60}"/>
              </a:ext>
            </a:extLst>
          </p:cNvPr>
          <p:cNvSpPr>
            <a:spLocks noGrp="1"/>
          </p:cNvSpPr>
          <p:nvPr>
            <p:ph type="title"/>
          </p:nvPr>
        </p:nvSpPr>
        <p:spPr/>
        <p:txBody>
          <a:bodyPr/>
          <a:lstStyle/>
          <a:p>
            <a:r>
              <a:rPr lang="ja-JP" altLang="en-US" dirty="0"/>
              <a:t>論理設計③</a:t>
            </a:r>
            <a:endParaRPr kumimoji="1" lang="ja-JP" altLang="en-US" dirty="0"/>
          </a:p>
        </p:txBody>
      </p:sp>
      <p:sp>
        <p:nvSpPr>
          <p:cNvPr id="3" name="コンテンツ プレースホルダー 2">
            <a:extLst>
              <a:ext uri="{FF2B5EF4-FFF2-40B4-BE49-F238E27FC236}">
                <a16:creationId xmlns:a16="http://schemas.microsoft.com/office/drawing/2014/main" id="{2EBE531A-6679-9D69-0770-654EBFA682D1}"/>
              </a:ext>
            </a:extLst>
          </p:cNvPr>
          <p:cNvSpPr>
            <a:spLocks noGrp="1"/>
          </p:cNvSpPr>
          <p:nvPr>
            <p:ph idx="1"/>
          </p:nvPr>
        </p:nvSpPr>
        <p:spPr/>
        <p:txBody>
          <a:bodyPr/>
          <a:lstStyle/>
          <a:p>
            <a:r>
              <a:rPr lang="en-US" altLang="ja-JP" dirty="0"/>
              <a:t>IP</a:t>
            </a:r>
            <a:r>
              <a:rPr lang="ja-JP" altLang="en-US" dirty="0"/>
              <a:t>アドレス設計</a:t>
            </a:r>
          </a:p>
          <a:p>
            <a:endParaRPr kumimoji="1" lang="ja-JP" altLang="en-US" dirty="0"/>
          </a:p>
        </p:txBody>
      </p:sp>
      <p:sp>
        <p:nvSpPr>
          <p:cNvPr id="4" name="スライド番号プレースホルダー 3">
            <a:extLst>
              <a:ext uri="{FF2B5EF4-FFF2-40B4-BE49-F238E27FC236}">
                <a16:creationId xmlns:a16="http://schemas.microsoft.com/office/drawing/2014/main" id="{6C4B48AE-6CC3-6166-962A-ECBED8F3AEB6}"/>
              </a:ext>
            </a:extLst>
          </p:cNvPr>
          <p:cNvSpPr>
            <a:spLocks noGrp="1"/>
          </p:cNvSpPr>
          <p:nvPr>
            <p:ph type="sldNum" sz="quarter" idx="10"/>
          </p:nvPr>
        </p:nvSpPr>
        <p:spPr/>
        <p:txBody>
          <a:bodyPr/>
          <a:lstStyle/>
          <a:p>
            <a:pPr>
              <a:defRPr/>
            </a:pPr>
            <a:fld id="{317FD5BC-56C6-4791-9AE8-E48ACCBD4B05}" type="slidenum">
              <a:rPr lang="ja-JP" altLang="en-US" smtClean="0"/>
              <a:pPr>
                <a:defRPr/>
              </a:pPr>
              <a:t>30</a:t>
            </a:fld>
            <a:endParaRPr lang="en-US" altLang="ja-JP" dirty="0"/>
          </a:p>
        </p:txBody>
      </p:sp>
      <p:graphicFrame>
        <p:nvGraphicFramePr>
          <p:cNvPr id="7" name="表 6">
            <a:extLst>
              <a:ext uri="{FF2B5EF4-FFF2-40B4-BE49-F238E27FC236}">
                <a16:creationId xmlns:a16="http://schemas.microsoft.com/office/drawing/2014/main" id="{DFE7163E-495A-1E18-3765-E5C62233DAD1}"/>
              </a:ext>
            </a:extLst>
          </p:cNvPr>
          <p:cNvGraphicFramePr>
            <a:graphicFrameLocks noGrp="1"/>
          </p:cNvGraphicFramePr>
          <p:nvPr>
            <p:extLst>
              <p:ext uri="{D42A27DB-BD31-4B8C-83A1-F6EECF244321}">
                <p14:modId xmlns:p14="http://schemas.microsoft.com/office/powerpoint/2010/main" val="2833058783"/>
              </p:ext>
            </p:extLst>
          </p:nvPr>
        </p:nvGraphicFramePr>
        <p:xfrm>
          <a:off x="422517" y="1165691"/>
          <a:ext cx="8295322" cy="4394200"/>
        </p:xfrm>
        <a:graphic>
          <a:graphicData uri="http://schemas.openxmlformats.org/drawingml/2006/table">
            <a:tbl>
              <a:tblPr firstRow="1" bandRow="1">
                <a:tableStyleId>{5C22544A-7EE6-4342-B048-85BDC9FD1C3A}</a:tableStyleId>
              </a:tblPr>
              <a:tblGrid>
                <a:gridCol w="1589163">
                  <a:extLst>
                    <a:ext uri="{9D8B030D-6E8A-4147-A177-3AD203B41FA5}">
                      <a16:colId xmlns:a16="http://schemas.microsoft.com/office/drawing/2014/main" val="20000"/>
                    </a:ext>
                  </a:extLst>
                </a:gridCol>
                <a:gridCol w="217424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gridCol w="2916479">
                  <a:extLst>
                    <a:ext uri="{9D8B030D-6E8A-4147-A177-3AD203B41FA5}">
                      <a16:colId xmlns:a16="http://schemas.microsoft.com/office/drawing/2014/main" val="20003"/>
                    </a:ext>
                  </a:extLst>
                </a:gridCol>
              </a:tblGrid>
              <a:tr h="370840">
                <a:tc>
                  <a:txBody>
                    <a:bodyPr/>
                    <a:lstStyle/>
                    <a:p>
                      <a:r>
                        <a:rPr kumimoji="1" lang="ja-JP" altLang="en-US" sz="1600" dirty="0"/>
                        <a:t>セグメント</a:t>
                      </a:r>
                    </a:p>
                  </a:txBody>
                  <a:tcPr/>
                </a:tc>
                <a:tc>
                  <a:txBody>
                    <a:bodyPr/>
                    <a:lstStyle/>
                    <a:p>
                      <a:r>
                        <a:rPr kumimoji="1" lang="ja-JP" altLang="en-US" sz="1600" dirty="0"/>
                        <a:t>用途</a:t>
                      </a:r>
                    </a:p>
                  </a:txBody>
                  <a:tcPr/>
                </a:tc>
                <a:tc>
                  <a:txBody>
                    <a:bodyPr/>
                    <a:lstStyle/>
                    <a:p>
                      <a:r>
                        <a:rPr kumimoji="1" lang="ja-JP" altLang="en-US" sz="1600" dirty="0"/>
                        <a:t>ホストアドレス</a:t>
                      </a:r>
                    </a:p>
                  </a:txBody>
                  <a:tcPr/>
                </a:tc>
                <a:tc>
                  <a:txBody>
                    <a:bodyPr/>
                    <a:lstStyle/>
                    <a:p>
                      <a:r>
                        <a:rPr kumimoji="1" lang="ja-JP" altLang="en-US" sz="1600" dirty="0"/>
                        <a:t>備考</a:t>
                      </a:r>
                    </a:p>
                  </a:txBody>
                  <a:tcPr/>
                </a:tc>
                <a:extLst>
                  <a:ext uri="{0D108BD9-81ED-4DB2-BD59-A6C34878D82A}">
                    <a16:rowId xmlns:a16="http://schemas.microsoft.com/office/drawing/2014/main" val="10000"/>
                  </a:ext>
                </a:extLst>
              </a:tr>
              <a:tr h="0">
                <a:tc rowSpan="4">
                  <a:txBody>
                    <a:bodyPr/>
                    <a:lstStyle/>
                    <a:p>
                      <a:r>
                        <a:rPr kumimoji="1" lang="en-US" altLang="ja-JP" sz="1600" dirty="0"/>
                        <a:t>10.1.10.0/24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人事部クライアント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1"/>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02"/>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03"/>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04"/>
                  </a:ext>
                </a:extLst>
              </a:tr>
              <a:tr h="0">
                <a:tc rowSpan="4">
                  <a:txBody>
                    <a:bodyPr/>
                    <a:lstStyle/>
                    <a:p>
                      <a:r>
                        <a:rPr kumimoji="1" lang="en-US" altLang="ja-JP" sz="1600" dirty="0"/>
                        <a:t>10.1.20.0/24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総務部クライアント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5"/>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06"/>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07"/>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08"/>
                  </a:ext>
                </a:extLst>
              </a:tr>
              <a:tr h="0">
                <a:tc rowSpan="4">
                  <a:txBody>
                    <a:bodyPr/>
                    <a:lstStyle/>
                    <a:p>
                      <a:r>
                        <a:rPr kumimoji="1" lang="en-US" altLang="ja-JP" sz="1600" dirty="0"/>
                        <a:t>10.1.30.0/24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営業部クライアント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9"/>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10"/>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11"/>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35474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C4405E-B6E1-B793-DAA5-80019C6BF2B8}"/>
              </a:ext>
            </a:extLst>
          </p:cNvPr>
          <p:cNvSpPr>
            <a:spLocks noGrp="1"/>
          </p:cNvSpPr>
          <p:nvPr>
            <p:ph type="title"/>
          </p:nvPr>
        </p:nvSpPr>
        <p:spPr/>
        <p:txBody>
          <a:bodyPr/>
          <a:lstStyle/>
          <a:p>
            <a:r>
              <a:rPr lang="ja-JP" altLang="en-US" dirty="0"/>
              <a:t>論理設計④</a:t>
            </a:r>
            <a:endParaRPr kumimoji="1" lang="ja-JP" altLang="en-US" dirty="0"/>
          </a:p>
        </p:txBody>
      </p:sp>
      <p:sp>
        <p:nvSpPr>
          <p:cNvPr id="3" name="コンテンツ プレースホルダー 2">
            <a:extLst>
              <a:ext uri="{FF2B5EF4-FFF2-40B4-BE49-F238E27FC236}">
                <a16:creationId xmlns:a16="http://schemas.microsoft.com/office/drawing/2014/main" id="{520A0F1C-8E0A-107C-BE58-56CB88D586CD}"/>
              </a:ext>
            </a:extLst>
          </p:cNvPr>
          <p:cNvSpPr>
            <a:spLocks noGrp="1"/>
          </p:cNvSpPr>
          <p:nvPr>
            <p:ph idx="1"/>
          </p:nvPr>
        </p:nvSpPr>
        <p:spPr/>
        <p:txBody>
          <a:bodyPr/>
          <a:lstStyle/>
          <a:p>
            <a:r>
              <a:rPr lang="en-US" altLang="ja-JP" dirty="0"/>
              <a:t>IP</a:t>
            </a:r>
            <a:r>
              <a:rPr lang="ja-JP" altLang="en-US" dirty="0"/>
              <a:t>アドレス設計</a:t>
            </a:r>
          </a:p>
          <a:p>
            <a:endParaRPr kumimoji="1" lang="ja-JP" altLang="en-US" dirty="0"/>
          </a:p>
        </p:txBody>
      </p:sp>
      <p:sp>
        <p:nvSpPr>
          <p:cNvPr id="4" name="スライド番号プレースホルダー 3">
            <a:extLst>
              <a:ext uri="{FF2B5EF4-FFF2-40B4-BE49-F238E27FC236}">
                <a16:creationId xmlns:a16="http://schemas.microsoft.com/office/drawing/2014/main" id="{9EC59AB1-A476-0237-B4EC-B4E6C1CD0A39}"/>
              </a:ext>
            </a:extLst>
          </p:cNvPr>
          <p:cNvSpPr>
            <a:spLocks noGrp="1"/>
          </p:cNvSpPr>
          <p:nvPr>
            <p:ph type="sldNum" sz="quarter" idx="10"/>
          </p:nvPr>
        </p:nvSpPr>
        <p:spPr/>
        <p:txBody>
          <a:bodyPr/>
          <a:lstStyle/>
          <a:p>
            <a:pPr>
              <a:defRPr/>
            </a:pPr>
            <a:fld id="{317FD5BC-56C6-4791-9AE8-E48ACCBD4B05}" type="slidenum">
              <a:rPr lang="ja-JP" altLang="en-US" smtClean="0"/>
              <a:pPr>
                <a:defRPr/>
              </a:pPr>
              <a:t>31</a:t>
            </a:fld>
            <a:endParaRPr lang="en-US" altLang="ja-JP" dirty="0"/>
          </a:p>
        </p:txBody>
      </p:sp>
      <p:graphicFrame>
        <p:nvGraphicFramePr>
          <p:cNvPr id="5" name="表 4">
            <a:extLst>
              <a:ext uri="{FF2B5EF4-FFF2-40B4-BE49-F238E27FC236}">
                <a16:creationId xmlns:a16="http://schemas.microsoft.com/office/drawing/2014/main" id="{A837DDFB-13F8-6708-0F9E-60FB3D5A8ABA}"/>
              </a:ext>
            </a:extLst>
          </p:cNvPr>
          <p:cNvGraphicFramePr>
            <a:graphicFrameLocks noGrp="1"/>
          </p:cNvGraphicFramePr>
          <p:nvPr>
            <p:extLst>
              <p:ext uri="{D42A27DB-BD31-4B8C-83A1-F6EECF244321}">
                <p14:modId xmlns:p14="http://schemas.microsoft.com/office/powerpoint/2010/main" val="257136881"/>
              </p:ext>
            </p:extLst>
          </p:nvPr>
        </p:nvGraphicFramePr>
        <p:xfrm>
          <a:off x="422517" y="1206331"/>
          <a:ext cx="8295322" cy="4394200"/>
        </p:xfrm>
        <a:graphic>
          <a:graphicData uri="http://schemas.openxmlformats.org/drawingml/2006/table">
            <a:tbl>
              <a:tblPr firstRow="1" bandRow="1">
                <a:tableStyleId>{5C22544A-7EE6-4342-B048-85BDC9FD1C3A}</a:tableStyleId>
              </a:tblPr>
              <a:tblGrid>
                <a:gridCol w="1589163">
                  <a:extLst>
                    <a:ext uri="{9D8B030D-6E8A-4147-A177-3AD203B41FA5}">
                      <a16:colId xmlns:a16="http://schemas.microsoft.com/office/drawing/2014/main" val="20000"/>
                    </a:ext>
                  </a:extLst>
                </a:gridCol>
                <a:gridCol w="217424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gridCol w="2916479">
                  <a:extLst>
                    <a:ext uri="{9D8B030D-6E8A-4147-A177-3AD203B41FA5}">
                      <a16:colId xmlns:a16="http://schemas.microsoft.com/office/drawing/2014/main" val="20003"/>
                    </a:ext>
                  </a:extLst>
                </a:gridCol>
              </a:tblGrid>
              <a:tr h="370840">
                <a:tc>
                  <a:txBody>
                    <a:bodyPr/>
                    <a:lstStyle/>
                    <a:p>
                      <a:r>
                        <a:rPr kumimoji="1" lang="ja-JP" altLang="en-US" sz="1600" dirty="0"/>
                        <a:t>セグメント</a:t>
                      </a:r>
                    </a:p>
                  </a:txBody>
                  <a:tcPr/>
                </a:tc>
                <a:tc>
                  <a:txBody>
                    <a:bodyPr/>
                    <a:lstStyle/>
                    <a:p>
                      <a:r>
                        <a:rPr kumimoji="1" lang="ja-JP" altLang="en-US" sz="1600" dirty="0"/>
                        <a:t>用途</a:t>
                      </a:r>
                    </a:p>
                  </a:txBody>
                  <a:tcPr/>
                </a:tc>
                <a:tc>
                  <a:txBody>
                    <a:bodyPr/>
                    <a:lstStyle/>
                    <a:p>
                      <a:r>
                        <a:rPr kumimoji="1" lang="ja-JP" altLang="en-US" sz="1600" dirty="0"/>
                        <a:t>ホストアドレス</a:t>
                      </a:r>
                    </a:p>
                  </a:txBody>
                  <a:tcPr/>
                </a:tc>
                <a:tc>
                  <a:txBody>
                    <a:bodyPr/>
                    <a:lstStyle/>
                    <a:p>
                      <a:r>
                        <a:rPr kumimoji="1" lang="ja-JP" altLang="en-US" sz="1600" dirty="0"/>
                        <a:t>備考</a:t>
                      </a:r>
                    </a:p>
                  </a:txBody>
                  <a:tcPr/>
                </a:tc>
                <a:extLst>
                  <a:ext uri="{0D108BD9-81ED-4DB2-BD59-A6C34878D82A}">
                    <a16:rowId xmlns:a16="http://schemas.microsoft.com/office/drawing/2014/main" val="10000"/>
                  </a:ext>
                </a:extLst>
              </a:tr>
              <a:tr h="0">
                <a:tc rowSpan="4">
                  <a:txBody>
                    <a:bodyPr/>
                    <a:lstStyle/>
                    <a:p>
                      <a:r>
                        <a:rPr kumimoji="1" lang="en-US" altLang="ja-JP" sz="1600" dirty="0"/>
                        <a:t>10.1.40.0/24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商品企画開発部クライアント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1"/>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02"/>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03"/>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04"/>
                  </a:ext>
                </a:extLst>
              </a:tr>
              <a:tr h="0">
                <a:tc rowSpan="4">
                  <a:txBody>
                    <a:bodyPr/>
                    <a:lstStyle/>
                    <a:p>
                      <a:r>
                        <a:rPr kumimoji="1" lang="en-US" altLang="ja-JP" sz="1600" dirty="0"/>
                        <a:t>10.1.50.0/24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マーケティング部クライアント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5"/>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06"/>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07"/>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08"/>
                  </a:ext>
                </a:extLst>
              </a:tr>
              <a:tr h="0">
                <a:tc rowSpan="4">
                  <a:txBody>
                    <a:bodyPr/>
                    <a:lstStyle/>
                    <a:p>
                      <a:r>
                        <a:rPr kumimoji="1" lang="en-US" altLang="ja-JP" sz="1600" dirty="0"/>
                        <a:t>10.1.60.0/24</a:t>
                      </a:r>
                      <a:endParaRPr kumimoji="1" lang="ja-JP" altLang="en-US" sz="1600" dirty="0"/>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システム部クライアント</a:t>
                      </a:r>
                      <a:r>
                        <a:rPr kumimoji="1" lang="en-US" altLang="ja-JP" sz="1600" dirty="0"/>
                        <a:t>PC</a:t>
                      </a:r>
                      <a:r>
                        <a:rPr kumimoji="1" lang="ja-JP" altLang="en-US" sz="1600" dirty="0"/>
                        <a:t>接続用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.101</a:t>
                      </a:r>
                      <a:r>
                        <a:rPr kumimoji="1" lang="en-US" altLang="ja-JP" sz="1600" baseline="0" dirty="0"/>
                        <a:t> - .199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クライアント用</a:t>
                      </a:r>
                      <a:r>
                        <a:rPr kumimoji="1" lang="en-US" altLang="ja-JP" sz="1600" dirty="0"/>
                        <a:t>DHCP</a:t>
                      </a:r>
                      <a:r>
                        <a:rPr kumimoji="1" lang="ja-JP" altLang="en-US" sz="1600" dirty="0"/>
                        <a:t>プール</a:t>
                      </a:r>
                      <a:endParaRPr kumimoji="1" lang="en-US" altLang="ja-JP" sz="1600" dirty="0"/>
                    </a:p>
                  </a:txBody>
                  <a:tcPr/>
                </a:tc>
                <a:extLst>
                  <a:ext uri="{0D108BD9-81ED-4DB2-BD59-A6C34878D82A}">
                    <a16:rowId xmlns:a16="http://schemas.microsoft.com/office/drawing/2014/main" val="10009"/>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10"/>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11"/>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885736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A601B-DA7A-9BCF-A433-ECECECFA8B23}"/>
              </a:ext>
            </a:extLst>
          </p:cNvPr>
          <p:cNvSpPr>
            <a:spLocks noGrp="1"/>
          </p:cNvSpPr>
          <p:nvPr>
            <p:ph type="title"/>
          </p:nvPr>
        </p:nvSpPr>
        <p:spPr/>
        <p:txBody>
          <a:bodyPr/>
          <a:lstStyle/>
          <a:p>
            <a:r>
              <a:rPr lang="ja-JP" altLang="en-US" dirty="0"/>
              <a:t>論理設計⑤</a:t>
            </a:r>
            <a:endParaRPr kumimoji="1" lang="ja-JP" altLang="en-US" dirty="0"/>
          </a:p>
        </p:txBody>
      </p:sp>
      <p:sp>
        <p:nvSpPr>
          <p:cNvPr id="3" name="コンテンツ プレースホルダー 2">
            <a:extLst>
              <a:ext uri="{FF2B5EF4-FFF2-40B4-BE49-F238E27FC236}">
                <a16:creationId xmlns:a16="http://schemas.microsoft.com/office/drawing/2014/main" id="{E4B6E915-F14F-1E99-BCEB-BE86E3ED7393}"/>
              </a:ext>
            </a:extLst>
          </p:cNvPr>
          <p:cNvSpPr>
            <a:spLocks noGrp="1"/>
          </p:cNvSpPr>
          <p:nvPr>
            <p:ph idx="1"/>
          </p:nvPr>
        </p:nvSpPr>
        <p:spPr/>
        <p:txBody>
          <a:bodyPr/>
          <a:lstStyle/>
          <a:p>
            <a:r>
              <a:rPr lang="en-US" altLang="ja-JP" dirty="0"/>
              <a:t>IP</a:t>
            </a:r>
            <a:r>
              <a:rPr lang="ja-JP" altLang="en-US" dirty="0"/>
              <a:t>アドレス設計</a:t>
            </a:r>
          </a:p>
          <a:p>
            <a:endParaRPr kumimoji="1" lang="ja-JP" altLang="en-US" dirty="0"/>
          </a:p>
        </p:txBody>
      </p:sp>
      <p:sp>
        <p:nvSpPr>
          <p:cNvPr id="4" name="スライド番号プレースホルダー 3">
            <a:extLst>
              <a:ext uri="{FF2B5EF4-FFF2-40B4-BE49-F238E27FC236}">
                <a16:creationId xmlns:a16="http://schemas.microsoft.com/office/drawing/2014/main" id="{6FFF9040-3838-0609-5C12-BE915F4841CE}"/>
              </a:ext>
            </a:extLst>
          </p:cNvPr>
          <p:cNvSpPr>
            <a:spLocks noGrp="1"/>
          </p:cNvSpPr>
          <p:nvPr>
            <p:ph type="sldNum" sz="quarter" idx="10"/>
          </p:nvPr>
        </p:nvSpPr>
        <p:spPr/>
        <p:txBody>
          <a:bodyPr/>
          <a:lstStyle/>
          <a:p>
            <a:pPr>
              <a:defRPr/>
            </a:pPr>
            <a:fld id="{317FD5BC-56C6-4791-9AE8-E48ACCBD4B05}" type="slidenum">
              <a:rPr lang="ja-JP" altLang="en-US" smtClean="0"/>
              <a:pPr>
                <a:defRPr/>
              </a:pPr>
              <a:t>32</a:t>
            </a:fld>
            <a:endParaRPr lang="en-US" altLang="ja-JP" dirty="0"/>
          </a:p>
        </p:txBody>
      </p:sp>
      <p:graphicFrame>
        <p:nvGraphicFramePr>
          <p:cNvPr id="5" name="表 4">
            <a:extLst>
              <a:ext uri="{FF2B5EF4-FFF2-40B4-BE49-F238E27FC236}">
                <a16:creationId xmlns:a16="http://schemas.microsoft.com/office/drawing/2014/main" id="{33A2893A-FB4F-E63A-C5A3-A4271ADBC568}"/>
              </a:ext>
            </a:extLst>
          </p:cNvPr>
          <p:cNvGraphicFramePr>
            <a:graphicFrameLocks noGrp="1"/>
          </p:cNvGraphicFramePr>
          <p:nvPr>
            <p:extLst>
              <p:ext uri="{D42A27DB-BD31-4B8C-83A1-F6EECF244321}">
                <p14:modId xmlns:p14="http://schemas.microsoft.com/office/powerpoint/2010/main" val="28359816"/>
              </p:ext>
            </p:extLst>
          </p:nvPr>
        </p:nvGraphicFramePr>
        <p:xfrm>
          <a:off x="422517" y="1175851"/>
          <a:ext cx="8295322" cy="3723640"/>
        </p:xfrm>
        <a:graphic>
          <a:graphicData uri="http://schemas.openxmlformats.org/drawingml/2006/table">
            <a:tbl>
              <a:tblPr firstRow="1" bandRow="1">
                <a:tableStyleId>{5C22544A-7EE6-4342-B048-85BDC9FD1C3A}</a:tableStyleId>
              </a:tblPr>
              <a:tblGrid>
                <a:gridCol w="1782203">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gridCol w="2916479">
                  <a:extLst>
                    <a:ext uri="{9D8B030D-6E8A-4147-A177-3AD203B41FA5}">
                      <a16:colId xmlns:a16="http://schemas.microsoft.com/office/drawing/2014/main" val="20003"/>
                    </a:ext>
                  </a:extLst>
                </a:gridCol>
              </a:tblGrid>
              <a:tr h="370840">
                <a:tc>
                  <a:txBody>
                    <a:bodyPr/>
                    <a:lstStyle/>
                    <a:p>
                      <a:r>
                        <a:rPr kumimoji="1" lang="ja-JP" altLang="en-US" sz="1600" dirty="0"/>
                        <a:t>セグメント</a:t>
                      </a:r>
                    </a:p>
                  </a:txBody>
                  <a:tcPr/>
                </a:tc>
                <a:tc>
                  <a:txBody>
                    <a:bodyPr/>
                    <a:lstStyle/>
                    <a:p>
                      <a:r>
                        <a:rPr kumimoji="1" lang="ja-JP" altLang="en-US" sz="1600" dirty="0"/>
                        <a:t>用途</a:t>
                      </a:r>
                    </a:p>
                  </a:txBody>
                  <a:tcPr/>
                </a:tc>
                <a:tc>
                  <a:txBody>
                    <a:bodyPr/>
                    <a:lstStyle/>
                    <a:p>
                      <a:r>
                        <a:rPr kumimoji="1" lang="ja-JP" altLang="en-US" sz="1600" dirty="0"/>
                        <a:t>ホストアドレス</a:t>
                      </a:r>
                    </a:p>
                  </a:txBody>
                  <a:tcPr/>
                </a:tc>
                <a:tc>
                  <a:txBody>
                    <a:bodyPr/>
                    <a:lstStyle/>
                    <a:p>
                      <a:r>
                        <a:rPr kumimoji="1" lang="ja-JP" altLang="en-US" sz="1600" dirty="0"/>
                        <a:t>備考</a:t>
                      </a:r>
                    </a:p>
                  </a:txBody>
                  <a:tcPr/>
                </a:tc>
                <a:extLst>
                  <a:ext uri="{0D108BD9-81ED-4DB2-BD59-A6C34878D82A}">
                    <a16:rowId xmlns:a16="http://schemas.microsoft.com/office/drawing/2014/main" val="10000"/>
                  </a:ext>
                </a:extLst>
              </a:tr>
              <a:tr h="0">
                <a:tc rowSpan="5">
                  <a:txBody>
                    <a:bodyPr/>
                    <a:lstStyle/>
                    <a:p>
                      <a:r>
                        <a:rPr kumimoji="1" lang="en-US" altLang="ja-JP" sz="1600" dirty="0"/>
                        <a:t>10.1.99.0/29</a:t>
                      </a:r>
                      <a:endParaRPr kumimoji="1" lang="ja-JP" altLang="en-US" sz="1600" dirty="0"/>
                    </a:p>
                  </a:txBody>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ASW</a:t>
                      </a:r>
                      <a:r>
                        <a:rPr kumimoji="1" lang="ja-JP" altLang="en-US" sz="1600" dirty="0"/>
                        <a:t>管理用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ASW 1</a:t>
                      </a:r>
                    </a:p>
                  </a:txBody>
                  <a:tcPr/>
                </a:tc>
                <a:extLst>
                  <a:ext uri="{0D108BD9-81ED-4DB2-BD59-A6C34878D82A}">
                    <a16:rowId xmlns:a16="http://schemas.microsoft.com/office/drawing/2014/main" val="10001"/>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ASW 2</a:t>
                      </a:r>
                    </a:p>
                  </a:txBody>
                  <a:tcPr/>
                </a:tc>
                <a:extLst>
                  <a:ext uri="{0D108BD9-81ED-4DB2-BD59-A6C34878D82A}">
                    <a16:rowId xmlns:a16="http://schemas.microsoft.com/office/drawing/2014/main" val="10002"/>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.6</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VIP</a:t>
                      </a:r>
                    </a:p>
                  </a:txBody>
                  <a:tcPr/>
                </a:tc>
                <a:extLst>
                  <a:ext uri="{0D108BD9-81ED-4DB2-BD59-A6C34878D82A}">
                    <a16:rowId xmlns:a16="http://schemas.microsoft.com/office/drawing/2014/main" val="10003"/>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1</a:t>
                      </a:r>
                    </a:p>
                  </a:txBody>
                  <a:tcPr/>
                </a:tc>
                <a:extLst>
                  <a:ext uri="{0D108BD9-81ED-4DB2-BD59-A6C34878D82A}">
                    <a16:rowId xmlns:a16="http://schemas.microsoft.com/office/drawing/2014/main" val="10004"/>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 2</a:t>
                      </a:r>
                    </a:p>
                  </a:txBody>
                  <a:tcPr/>
                </a:tc>
                <a:extLst>
                  <a:ext uri="{0D108BD9-81ED-4DB2-BD59-A6C34878D82A}">
                    <a16:rowId xmlns:a16="http://schemas.microsoft.com/office/drawing/2014/main" val="10005"/>
                  </a:ext>
                </a:extLst>
              </a:tr>
              <a:tr h="0">
                <a:tc rowSpan="5">
                  <a:txBody>
                    <a:bodyPr/>
                    <a:lstStyle/>
                    <a:p>
                      <a:r>
                        <a:rPr kumimoji="1" lang="en-US" altLang="ja-JP" sz="1600" dirty="0"/>
                        <a:t>10.1.100.0/24</a:t>
                      </a:r>
                      <a:endParaRPr kumimoji="1" lang="ja-JP" altLang="en-US" sz="1600" dirty="0"/>
                    </a:p>
                  </a:txBody>
                  <a:tcPr>
                    <a:solidFill>
                      <a:srgbClr val="F7D0CC"/>
                    </a:solidFill>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サーバ接続用</a:t>
                      </a:r>
                      <a:endParaRPr kumimoji="1" lang="en-US" altLang="ja-JP"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監視サーバ</a:t>
                      </a:r>
                    </a:p>
                  </a:txBody>
                  <a:tcPr/>
                </a:tc>
                <a:extLst>
                  <a:ext uri="{0D108BD9-81ED-4DB2-BD59-A6C34878D82A}">
                    <a16:rowId xmlns:a16="http://schemas.microsoft.com/office/drawing/2014/main" val="10006"/>
                  </a:ext>
                </a:extLst>
              </a:tr>
              <a:tr h="0">
                <a:tc vMerge="1">
                  <a:txBody>
                    <a:bodyPr/>
                    <a:lstStyle/>
                    <a:p>
                      <a:endParaRPr kumimoji="1" lang="ja-JP" altLang="en-US" sz="1600" dirty="0"/>
                    </a:p>
                  </a:txBody>
                  <a:tcPr>
                    <a:solidFill>
                      <a:schemeClr val="accent5">
                        <a:lumMod val="60000"/>
                        <a:lumOff val="4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.210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SVSW</a:t>
                      </a:r>
                      <a:endParaRPr kumimoji="1" lang="ja-JP" altLang="en-US" sz="1600" dirty="0"/>
                    </a:p>
                  </a:txBody>
                  <a:tcPr/>
                </a:tc>
                <a:extLst>
                  <a:ext uri="{0D108BD9-81ED-4DB2-BD59-A6C34878D82A}">
                    <a16:rowId xmlns:a16="http://schemas.microsoft.com/office/drawing/2014/main" val="10007"/>
                  </a:ext>
                </a:extLst>
              </a:tr>
              <a:tr h="0">
                <a:tc vMerge="1">
                  <a:txBody>
                    <a:bodyPr/>
                    <a:lstStyle/>
                    <a:p>
                      <a:endParaRPr kumimoji="1" lang="ja-JP" altLang="en-US" sz="1600" dirty="0"/>
                    </a:p>
                  </a:txBody>
                  <a:tcPr>
                    <a:solidFill>
                      <a:schemeClr val="accent5">
                        <a:lumMod val="60000"/>
                        <a:lumOff val="4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.200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dirty="0"/>
                        <a:t> </a:t>
                      </a:r>
                      <a:r>
                        <a:rPr kumimoji="1" lang="en-US" altLang="ja-JP" sz="1600" dirty="0"/>
                        <a:t>VIP</a:t>
                      </a:r>
                      <a:endParaRPr kumimoji="1" lang="ja-JP" altLang="en-US" sz="1600" dirty="0"/>
                    </a:p>
                  </a:txBody>
                  <a:tcPr/>
                </a:tc>
                <a:extLst>
                  <a:ext uri="{0D108BD9-81ED-4DB2-BD59-A6C34878D82A}">
                    <a16:rowId xmlns:a16="http://schemas.microsoft.com/office/drawing/2014/main" val="10008"/>
                  </a:ext>
                </a:extLst>
              </a:tr>
              <a:tr h="0">
                <a:tc vMerge="1">
                  <a:txBody>
                    <a:bodyPr/>
                    <a:lstStyle/>
                    <a:p>
                      <a:endParaRPr kumimoji="1" lang="ja-JP" altLang="en-US" sz="1600" dirty="0"/>
                    </a:p>
                  </a:txBody>
                  <a:tcPr>
                    <a:solidFill>
                      <a:schemeClr val="accent5">
                        <a:lumMod val="60000"/>
                        <a:lumOff val="4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CSW1</a:t>
                      </a:r>
                      <a:endParaRPr kumimoji="1" lang="ja-JP" altLang="en-US" sz="1600" dirty="0"/>
                    </a:p>
                  </a:txBody>
                  <a:tcPr/>
                </a:tc>
                <a:extLst>
                  <a:ext uri="{0D108BD9-81ED-4DB2-BD59-A6C34878D82A}">
                    <a16:rowId xmlns:a16="http://schemas.microsoft.com/office/drawing/2014/main" val="10009"/>
                  </a:ext>
                </a:extLst>
              </a:tr>
              <a:tr h="0">
                <a:tc vMerge="1">
                  <a:txBody>
                    <a:bodyPr/>
                    <a:lstStyle/>
                    <a:p>
                      <a:endParaRPr kumimoji="1" lang="ja-JP" altLang="en-US" sz="1600" dirty="0"/>
                    </a:p>
                  </a:txBody>
                  <a:tcPr>
                    <a:solidFill>
                      <a:schemeClr val="accent5">
                        <a:lumMod val="60000"/>
                        <a:lumOff val="4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a:p>
                  </a:txBody>
                  <a:tcPr>
                    <a:solidFill>
                      <a:schemeClr val="accent5">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CSW2</a:t>
                      </a:r>
                      <a:endParaRPr kumimoji="1" lang="ja-JP" altLang="en-US" sz="16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78235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D61336-19CD-FF81-DB51-471B75ABD4FD}"/>
              </a:ext>
            </a:extLst>
          </p:cNvPr>
          <p:cNvSpPr>
            <a:spLocks noGrp="1"/>
          </p:cNvSpPr>
          <p:nvPr>
            <p:ph type="title"/>
          </p:nvPr>
        </p:nvSpPr>
        <p:spPr/>
        <p:txBody>
          <a:bodyPr/>
          <a:lstStyle/>
          <a:p>
            <a:r>
              <a:rPr lang="ja-JP" altLang="en-US" dirty="0"/>
              <a:t>論理設計⑥</a:t>
            </a:r>
            <a:endParaRPr kumimoji="1" lang="ja-JP" altLang="en-US" dirty="0"/>
          </a:p>
        </p:txBody>
      </p:sp>
      <p:sp>
        <p:nvSpPr>
          <p:cNvPr id="3" name="コンテンツ プレースホルダー 2">
            <a:extLst>
              <a:ext uri="{FF2B5EF4-FFF2-40B4-BE49-F238E27FC236}">
                <a16:creationId xmlns:a16="http://schemas.microsoft.com/office/drawing/2014/main" id="{7D344BE9-6C32-27C7-EADB-1E1C7051D7C7}"/>
              </a:ext>
            </a:extLst>
          </p:cNvPr>
          <p:cNvSpPr>
            <a:spLocks noGrp="1"/>
          </p:cNvSpPr>
          <p:nvPr>
            <p:ph idx="1"/>
          </p:nvPr>
        </p:nvSpPr>
        <p:spPr/>
        <p:txBody>
          <a:bodyPr/>
          <a:lstStyle/>
          <a:p>
            <a:r>
              <a:rPr lang="en-US" altLang="ja-JP" dirty="0"/>
              <a:t>IP</a:t>
            </a:r>
            <a:r>
              <a:rPr lang="ja-JP" altLang="en-US" dirty="0"/>
              <a:t>アドレス設計</a:t>
            </a:r>
          </a:p>
          <a:p>
            <a:endParaRPr kumimoji="1" lang="ja-JP" altLang="en-US" dirty="0"/>
          </a:p>
        </p:txBody>
      </p:sp>
      <p:sp>
        <p:nvSpPr>
          <p:cNvPr id="4" name="スライド番号プレースホルダー 3">
            <a:extLst>
              <a:ext uri="{FF2B5EF4-FFF2-40B4-BE49-F238E27FC236}">
                <a16:creationId xmlns:a16="http://schemas.microsoft.com/office/drawing/2014/main" id="{C049A0D5-45B9-032F-E03B-13D92B678B35}"/>
              </a:ext>
            </a:extLst>
          </p:cNvPr>
          <p:cNvSpPr>
            <a:spLocks noGrp="1"/>
          </p:cNvSpPr>
          <p:nvPr>
            <p:ph type="sldNum" sz="quarter" idx="10"/>
          </p:nvPr>
        </p:nvSpPr>
        <p:spPr/>
        <p:txBody>
          <a:bodyPr/>
          <a:lstStyle/>
          <a:p>
            <a:pPr>
              <a:defRPr/>
            </a:pPr>
            <a:fld id="{317FD5BC-56C6-4791-9AE8-E48ACCBD4B05}" type="slidenum">
              <a:rPr lang="ja-JP" altLang="en-US" smtClean="0"/>
              <a:pPr>
                <a:defRPr/>
              </a:pPr>
              <a:t>33</a:t>
            </a:fld>
            <a:endParaRPr lang="en-US" altLang="ja-JP" dirty="0"/>
          </a:p>
        </p:txBody>
      </p:sp>
      <p:graphicFrame>
        <p:nvGraphicFramePr>
          <p:cNvPr id="5" name="表 4">
            <a:extLst>
              <a:ext uri="{FF2B5EF4-FFF2-40B4-BE49-F238E27FC236}">
                <a16:creationId xmlns:a16="http://schemas.microsoft.com/office/drawing/2014/main" id="{3830E910-B9A4-12D7-F073-4DC983BD83FD}"/>
              </a:ext>
            </a:extLst>
          </p:cNvPr>
          <p:cNvGraphicFramePr>
            <a:graphicFrameLocks noGrp="1"/>
          </p:cNvGraphicFramePr>
          <p:nvPr>
            <p:extLst>
              <p:ext uri="{D42A27DB-BD31-4B8C-83A1-F6EECF244321}">
                <p14:modId xmlns:p14="http://schemas.microsoft.com/office/powerpoint/2010/main" val="3388723591"/>
              </p:ext>
            </p:extLst>
          </p:nvPr>
        </p:nvGraphicFramePr>
        <p:xfrm>
          <a:off x="422517" y="1145371"/>
          <a:ext cx="8295322" cy="5064760"/>
        </p:xfrm>
        <a:graphic>
          <a:graphicData uri="http://schemas.openxmlformats.org/drawingml/2006/table">
            <a:tbl>
              <a:tblPr firstRow="1" bandRow="1">
                <a:tableStyleId>{5C22544A-7EE6-4342-B048-85BDC9FD1C3A}</a:tableStyleId>
              </a:tblPr>
              <a:tblGrid>
                <a:gridCol w="1768422">
                  <a:extLst>
                    <a:ext uri="{9D8B030D-6E8A-4147-A177-3AD203B41FA5}">
                      <a16:colId xmlns:a16="http://schemas.microsoft.com/office/drawing/2014/main" val="20000"/>
                    </a:ext>
                  </a:extLst>
                </a:gridCol>
                <a:gridCol w="2118511">
                  <a:extLst>
                    <a:ext uri="{9D8B030D-6E8A-4147-A177-3AD203B41FA5}">
                      <a16:colId xmlns:a16="http://schemas.microsoft.com/office/drawing/2014/main" val="20001"/>
                    </a:ext>
                  </a:extLst>
                </a:gridCol>
                <a:gridCol w="1711104">
                  <a:extLst>
                    <a:ext uri="{9D8B030D-6E8A-4147-A177-3AD203B41FA5}">
                      <a16:colId xmlns:a16="http://schemas.microsoft.com/office/drawing/2014/main" val="20002"/>
                    </a:ext>
                  </a:extLst>
                </a:gridCol>
                <a:gridCol w="2697285">
                  <a:extLst>
                    <a:ext uri="{9D8B030D-6E8A-4147-A177-3AD203B41FA5}">
                      <a16:colId xmlns:a16="http://schemas.microsoft.com/office/drawing/2014/main" val="20003"/>
                    </a:ext>
                  </a:extLst>
                </a:gridCol>
              </a:tblGrid>
              <a:tr h="370840">
                <a:tc>
                  <a:txBody>
                    <a:bodyPr/>
                    <a:lstStyle/>
                    <a:p>
                      <a:r>
                        <a:rPr kumimoji="1" lang="ja-JP" altLang="en-US" sz="1600" dirty="0"/>
                        <a:t>セグメント</a:t>
                      </a:r>
                    </a:p>
                  </a:txBody>
                  <a:tcPr/>
                </a:tc>
                <a:tc>
                  <a:txBody>
                    <a:bodyPr/>
                    <a:lstStyle/>
                    <a:p>
                      <a:r>
                        <a:rPr kumimoji="1" lang="ja-JP" altLang="en-US" sz="1600" dirty="0"/>
                        <a:t>用途</a:t>
                      </a:r>
                    </a:p>
                  </a:txBody>
                  <a:tcPr/>
                </a:tc>
                <a:tc>
                  <a:txBody>
                    <a:bodyPr/>
                    <a:lstStyle/>
                    <a:p>
                      <a:r>
                        <a:rPr kumimoji="1" lang="ja-JP" altLang="en-US" sz="1600" dirty="0"/>
                        <a:t>ホストアドレス</a:t>
                      </a:r>
                    </a:p>
                  </a:txBody>
                  <a:tcPr/>
                </a:tc>
                <a:tc>
                  <a:txBody>
                    <a:bodyPr/>
                    <a:lstStyle/>
                    <a:p>
                      <a:r>
                        <a:rPr kumimoji="1" lang="ja-JP" altLang="en-US" sz="1600" dirty="0"/>
                        <a:t>備考</a:t>
                      </a:r>
                    </a:p>
                  </a:txBody>
                  <a:tcPr/>
                </a:tc>
                <a:extLst>
                  <a:ext uri="{0D108BD9-81ED-4DB2-BD59-A6C34878D82A}">
                    <a16:rowId xmlns:a16="http://schemas.microsoft.com/office/drawing/2014/main" val="10000"/>
                  </a:ext>
                </a:extLst>
              </a:tr>
              <a:tr h="0">
                <a:tc rowSpan="2">
                  <a:txBody>
                    <a:bodyPr/>
                    <a:lstStyle/>
                    <a:p>
                      <a:pPr marL="0" algn="l" defTabSz="914400" rtl="0" eaLnBrk="1" latinLnBrk="0" hangingPunct="1"/>
                      <a:r>
                        <a:rPr kumimoji="1" lang="en-US" altLang="ja-JP" sz="1600" kern="1200" dirty="0"/>
                        <a:t>10.1.255.0/30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DSW1-CSW1</a:t>
                      </a:r>
                      <a:r>
                        <a:rPr kumimoji="1" lang="ja-JP" altLang="en-US" sz="1600" dirty="0"/>
                        <a:t>接続用</a:t>
                      </a:r>
                      <a:endParaRPr kumimoji="1" lang="en-US" altLang="ja-JP"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01"/>
                  </a:ext>
                </a:extLst>
              </a:tr>
              <a:tr h="317034">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02"/>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10.1.255.4/30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DSW2-CSW2</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.5</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03"/>
                  </a:ext>
                </a:extLst>
              </a:tr>
              <a:tr h="0">
                <a:tc vMerge="1">
                  <a:txBody>
                    <a:bodyPr/>
                    <a:lstStyle/>
                    <a:p>
                      <a:endParaRPr kumimoji="1" lang="ja-JP" altLang="en-US" sz="16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.6</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04"/>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10.1.255.8/30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CSW1-CSW2</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.9</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05"/>
                  </a:ext>
                </a:extLst>
              </a:tr>
              <a:tr h="0">
                <a:tc vMerge="1">
                  <a:txBody>
                    <a:bodyPr/>
                    <a:lstStyle/>
                    <a:p>
                      <a:endParaRPr kumimoji="1" lang="ja-JP"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06"/>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10.1.255.12/30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DSW2-CSW1</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.13</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07"/>
                  </a:ext>
                </a:extLst>
              </a:tr>
              <a:tr h="0">
                <a:tc vMerge="1">
                  <a:txBody>
                    <a:bodyPr/>
                    <a:lstStyle/>
                    <a:p>
                      <a:endParaRPr kumimoji="1" lang="ja-JP"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.14</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08"/>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10.1.255.16/30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DSW1-CSW2</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.17</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09"/>
                  </a:ext>
                </a:extLst>
              </a:tr>
              <a:tr h="0">
                <a:tc vMerge="1">
                  <a:txBody>
                    <a:bodyPr/>
                    <a:lstStyle/>
                    <a:p>
                      <a:endParaRPr kumimoji="1" lang="ja-JP"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.18</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10"/>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10.1.255.20/30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CSW1-R1</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.21</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R1</a:t>
                      </a:r>
                      <a:endParaRPr kumimoji="1" lang="ja-JP" altLang="en-US" sz="1600" dirty="0"/>
                    </a:p>
                  </a:txBody>
                  <a:tcPr/>
                </a:tc>
                <a:extLst>
                  <a:ext uri="{0D108BD9-81ED-4DB2-BD59-A6C34878D82A}">
                    <a16:rowId xmlns:a16="http://schemas.microsoft.com/office/drawing/2014/main" val="10011"/>
                  </a:ext>
                </a:extLst>
              </a:tr>
              <a:tr h="0">
                <a:tc vMerge="1">
                  <a:txBody>
                    <a:bodyPr/>
                    <a:lstStyle/>
                    <a:p>
                      <a:endParaRPr kumimoji="1" lang="ja-JP"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.22</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1</a:t>
                      </a:r>
                      <a:endParaRPr kumimoji="1" lang="ja-JP" altLang="en-US" sz="1600" dirty="0"/>
                    </a:p>
                  </a:txBody>
                  <a:tcPr/>
                </a:tc>
                <a:extLst>
                  <a:ext uri="{0D108BD9-81ED-4DB2-BD59-A6C34878D82A}">
                    <a16:rowId xmlns:a16="http://schemas.microsoft.com/office/drawing/2014/main" val="10012"/>
                  </a:ext>
                </a:extLst>
              </a:tr>
              <a:tr h="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10.1.255.24/30</a:t>
                      </a:r>
                      <a:endParaRPr kumimoji="1" lang="ja-JP" altLang="en-US" sz="1600" kern="1200" dirty="0">
                        <a:solidFill>
                          <a:schemeClr val="dk1"/>
                        </a:solidFill>
                        <a:latin typeface="+mn-lt"/>
                        <a:ea typeface="+mn-ea"/>
                        <a:cs typeface="+mn-cs"/>
                      </a:endParaRP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kern="1200" dirty="0"/>
                        <a:t>CSW2-R2</a:t>
                      </a:r>
                      <a:r>
                        <a:rPr kumimoji="1" lang="ja-JP" altLang="en-US" sz="1600" kern="1200" dirty="0"/>
                        <a:t>接続用</a:t>
                      </a:r>
                      <a:endParaRPr kumimoji="1" lang="en-US" altLang="ja-JP" sz="16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.25</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R2</a:t>
                      </a:r>
                      <a:endParaRPr kumimoji="1" lang="ja-JP" altLang="en-US" sz="1600" dirty="0"/>
                    </a:p>
                  </a:txBody>
                  <a:tcPr/>
                </a:tc>
                <a:extLst>
                  <a:ext uri="{0D108BD9-81ED-4DB2-BD59-A6C34878D82A}">
                    <a16:rowId xmlns:a16="http://schemas.microsoft.com/office/drawing/2014/main" val="10013"/>
                  </a:ext>
                </a:extLst>
              </a:tr>
              <a:tr h="0">
                <a:tc vMerge="1">
                  <a:txBody>
                    <a:bodyPr/>
                    <a:lstStyle/>
                    <a:p>
                      <a:endParaRPr kumimoji="1" lang="ja-JP" alt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dk1"/>
                        </a:solidFill>
                        <a:latin typeface="+mn-lt"/>
                        <a:ea typeface="+mn-ea"/>
                        <a:cs typeface="+mn-cs"/>
                      </a:endParaRPr>
                    </a:p>
                  </a:txBody>
                  <a:tcPr>
                    <a:lnL w="12700" cmpd="sng">
                      <a:noFill/>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.26</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a:t>
                      </a:r>
                      <a:r>
                        <a:rPr kumimoji="1" lang="ja-JP" altLang="en-US" sz="1600" baseline="0" dirty="0"/>
                        <a:t> </a:t>
                      </a:r>
                      <a:r>
                        <a:rPr kumimoji="1" lang="en-US" altLang="ja-JP" sz="1600" baseline="0" dirty="0"/>
                        <a:t>2</a:t>
                      </a:r>
                      <a:endParaRPr kumimoji="1" lang="ja-JP" altLang="en-US" sz="1600" dirty="0"/>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2919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D4E67D-A2C3-9039-6CB4-E50B90916D35}"/>
              </a:ext>
            </a:extLst>
          </p:cNvPr>
          <p:cNvSpPr>
            <a:spLocks noGrp="1"/>
          </p:cNvSpPr>
          <p:nvPr>
            <p:ph type="title"/>
          </p:nvPr>
        </p:nvSpPr>
        <p:spPr/>
        <p:txBody>
          <a:bodyPr/>
          <a:lstStyle/>
          <a:p>
            <a:r>
              <a:rPr lang="ja-JP" altLang="en-US" dirty="0"/>
              <a:t>論理設計⑦</a:t>
            </a:r>
            <a:endParaRPr kumimoji="1" lang="ja-JP" altLang="en-US" dirty="0"/>
          </a:p>
        </p:txBody>
      </p:sp>
      <p:sp>
        <p:nvSpPr>
          <p:cNvPr id="3" name="コンテンツ プレースホルダー 2">
            <a:extLst>
              <a:ext uri="{FF2B5EF4-FFF2-40B4-BE49-F238E27FC236}">
                <a16:creationId xmlns:a16="http://schemas.microsoft.com/office/drawing/2014/main" id="{7CB245DF-4FC7-7ED2-8377-CA92C5AE0E7B}"/>
              </a:ext>
            </a:extLst>
          </p:cNvPr>
          <p:cNvSpPr>
            <a:spLocks noGrp="1"/>
          </p:cNvSpPr>
          <p:nvPr>
            <p:ph idx="1"/>
          </p:nvPr>
        </p:nvSpPr>
        <p:spPr/>
        <p:txBody>
          <a:bodyPr/>
          <a:lstStyle/>
          <a:p>
            <a:r>
              <a:rPr lang="en-US" altLang="ja-JP" dirty="0"/>
              <a:t>IP</a:t>
            </a:r>
            <a:r>
              <a:rPr lang="ja-JP" altLang="en-US" dirty="0"/>
              <a:t>アドレス設計</a:t>
            </a:r>
          </a:p>
          <a:p>
            <a:endParaRPr kumimoji="1" lang="ja-JP" altLang="en-US" dirty="0"/>
          </a:p>
        </p:txBody>
      </p:sp>
      <p:sp>
        <p:nvSpPr>
          <p:cNvPr id="4" name="スライド番号プレースホルダー 3">
            <a:extLst>
              <a:ext uri="{FF2B5EF4-FFF2-40B4-BE49-F238E27FC236}">
                <a16:creationId xmlns:a16="http://schemas.microsoft.com/office/drawing/2014/main" id="{43BA2D5F-2915-1AEC-0902-DDB84A39F1D2}"/>
              </a:ext>
            </a:extLst>
          </p:cNvPr>
          <p:cNvSpPr>
            <a:spLocks noGrp="1"/>
          </p:cNvSpPr>
          <p:nvPr>
            <p:ph type="sldNum" sz="quarter" idx="10"/>
          </p:nvPr>
        </p:nvSpPr>
        <p:spPr/>
        <p:txBody>
          <a:bodyPr/>
          <a:lstStyle/>
          <a:p>
            <a:pPr>
              <a:defRPr/>
            </a:pPr>
            <a:fld id="{317FD5BC-56C6-4791-9AE8-E48ACCBD4B05}" type="slidenum">
              <a:rPr lang="ja-JP" altLang="en-US" smtClean="0"/>
              <a:pPr>
                <a:defRPr/>
              </a:pPr>
              <a:t>34</a:t>
            </a:fld>
            <a:endParaRPr lang="en-US" altLang="ja-JP" dirty="0"/>
          </a:p>
        </p:txBody>
      </p:sp>
      <p:graphicFrame>
        <p:nvGraphicFramePr>
          <p:cNvPr id="5" name="表 4">
            <a:extLst>
              <a:ext uri="{FF2B5EF4-FFF2-40B4-BE49-F238E27FC236}">
                <a16:creationId xmlns:a16="http://schemas.microsoft.com/office/drawing/2014/main" id="{6D5C088D-7671-B174-16D3-E2A2197134AC}"/>
              </a:ext>
            </a:extLst>
          </p:cNvPr>
          <p:cNvGraphicFramePr>
            <a:graphicFrameLocks noGrp="1"/>
          </p:cNvGraphicFramePr>
          <p:nvPr>
            <p:extLst>
              <p:ext uri="{D42A27DB-BD31-4B8C-83A1-F6EECF244321}">
                <p14:modId xmlns:p14="http://schemas.microsoft.com/office/powerpoint/2010/main" val="3654138347"/>
              </p:ext>
            </p:extLst>
          </p:nvPr>
        </p:nvGraphicFramePr>
        <p:xfrm>
          <a:off x="422517" y="1175851"/>
          <a:ext cx="8428914" cy="3053080"/>
        </p:xfrm>
        <a:graphic>
          <a:graphicData uri="http://schemas.openxmlformats.org/drawingml/2006/table">
            <a:tbl>
              <a:tblPr firstRow="1" bandRow="1">
                <a:tableStyleId>{5C22544A-7EE6-4342-B048-85BDC9FD1C3A}</a:tableStyleId>
              </a:tblPr>
              <a:tblGrid>
                <a:gridCol w="1922331">
                  <a:extLst>
                    <a:ext uri="{9D8B030D-6E8A-4147-A177-3AD203B41FA5}">
                      <a16:colId xmlns:a16="http://schemas.microsoft.com/office/drawing/2014/main" val="20000"/>
                    </a:ext>
                  </a:extLst>
                </a:gridCol>
                <a:gridCol w="2109457">
                  <a:extLst>
                    <a:ext uri="{9D8B030D-6E8A-4147-A177-3AD203B41FA5}">
                      <a16:colId xmlns:a16="http://schemas.microsoft.com/office/drawing/2014/main" val="20001"/>
                    </a:ext>
                  </a:extLst>
                </a:gridCol>
                <a:gridCol w="1765426">
                  <a:extLst>
                    <a:ext uri="{9D8B030D-6E8A-4147-A177-3AD203B41FA5}">
                      <a16:colId xmlns:a16="http://schemas.microsoft.com/office/drawing/2014/main" val="20002"/>
                    </a:ext>
                  </a:extLst>
                </a:gridCol>
                <a:gridCol w="2631700">
                  <a:extLst>
                    <a:ext uri="{9D8B030D-6E8A-4147-A177-3AD203B41FA5}">
                      <a16:colId xmlns:a16="http://schemas.microsoft.com/office/drawing/2014/main" val="20003"/>
                    </a:ext>
                  </a:extLst>
                </a:gridCol>
              </a:tblGrid>
              <a:tr h="370840">
                <a:tc>
                  <a:txBody>
                    <a:bodyPr/>
                    <a:lstStyle/>
                    <a:p>
                      <a:r>
                        <a:rPr kumimoji="1" lang="ja-JP" altLang="en-US" sz="1600" dirty="0"/>
                        <a:t>セグメント</a:t>
                      </a:r>
                    </a:p>
                  </a:txBody>
                  <a:tcPr/>
                </a:tc>
                <a:tc>
                  <a:txBody>
                    <a:bodyPr/>
                    <a:lstStyle/>
                    <a:p>
                      <a:r>
                        <a:rPr kumimoji="1" lang="ja-JP" altLang="en-US" sz="1600" dirty="0"/>
                        <a:t>用途</a:t>
                      </a:r>
                    </a:p>
                  </a:txBody>
                  <a:tcPr/>
                </a:tc>
                <a:tc>
                  <a:txBody>
                    <a:bodyPr/>
                    <a:lstStyle/>
                    <a:p>
                      <a:r>
                        <a:rPr kumimoji="1" lang="ja-JP" altLang="en-US" sz="1600" dirty="0"/>
                        <a:t>ホストアドレス</a:t>
                      </a:r>
                    </a:p>
                  </a:txBody>
                  <a:tcPr/>
                </a:tc>
                <a:tc>
                  <a:txBody>
                    <a:bodyPr/>
                    <a:lstStyle/>
                    <a:p>
                      <a:r>
                        <a:rPr kumimoji="1" lang="ja-JP" altLang="en-US" sz="1600" dirty="0"/>
                        <a:t>備考</a:t>
                      </a:r>
                    </a:p>
                  </a:txBody>
                  <a:tcPr/>
                </a:tc>
                <a:extLst>
                  <a:ext uri="{0D108BD9-81ED-4DB2-BD59-A6C34878D82A}">
                    <a16:rowId xmlns:a16="http://schemas.microsoft.com/office/drawing/2014/main" val="10000"/>
                  </a:ext>
                </a:extLst>
              </a:tr>
              <a:tr h="0">
                <a:tc>
                  <a:txBody>
                    <a:bodyPr/>
                    <a:lstStyle/>
                    <a:p>
                      <a:r>
                        <a:rPr kumimoji="1" lang="en-US" altLang="ja-JP" sz="1600" dirty="0"/>
                        <a:t>192.168.11.0/30</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R1</a:t>
                      </a:r>
                      <a:r>
                        <a:rPr kumimoji="1" lang="en-US" altLang="ja-JP" sz="1600" baseline="0" dirty="0"/>
                        <a:t> IP-VPN</a:t>
                      </a:r>
                      <a:r>
                        <a:rPr kumimoji="1" lang="ja-JP" altLang="en-US" sz="1600" dirty="0"/>
                        <a:t>接続用</a:t>
                      </a:r>
                      <a:endParaRPr kumimoji="1" lang="en-US" altLang="ja-JP"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1"/>
                  </a:ext>
                </a:extLst>
              </a:tr>
              <a:tr h="0">
                <a:tc>
                  <a:txBody>
                    <a:bodyPr/>
                    <a:lstStyle/>
                    <a:p>
                      <a:r>
                        <a:rPr kumimoji="1" lang="en-US" altLang="ja-JP" sz="1600" dirty="0"/>
                        <a:t>192.168.12.0/30</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R2</a:t>
                      </a:r>
                      <a:r>
                        <a:rPr kumimoji="1" lang="en-US" altLang="ja-JP" sz="1600" baseline="0" dirty="0"/>
                        <a:t> IP-VPN</a:t>
                      </a:r>
                      <a:r>
                        <a:rPr kumimoji="1" lang="ja-JP" altLang="en-US" sz="1600" dirty="0"/>
                        <a:t>接続用</a:t>
                      </a:r>
                      <a:endParaRPr kumimoji="1" lang="en-US" altLang="ja-JP"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2"/>
                  </a:ext>
                </a:extLst>
              </a:tr>
              <a:tr h="0">
                <a:tc>
                  <a:txBody>
                    <a:bodyPr/>
                    <a:lstStyle/>
                    <a:p>
                      <a:r>
                        <a:rPr kumimoji="1" lang="en-US" altLang="ja-JP" sz="1600" dirty="0"/>
                        <a:t>10.1.254.1/32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DSW1</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3"/>
                  </a:ext>
                </a:extLst>
              </a:tr>
              <a:tr h="0">
                <a:tc>
                  <a:txBody>
                    <a:bodyPr/>
                    <a:lstStyle/>
                    <a:p>
                      <a:r>
                        <a:rPr kumimoji="1" lang="en-US" altLang="ja-JP" sz="1600" dirty="0"/>
                        <a:t>10.1.254.2/32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DSW2</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4"/>
                  </a:ext>
                </a:extLst>
              </a:tr>
              <a:tr h="0">
                <a:tc>
                  <a:txBody>
                    <a:bodyPr/>
                    <a:lstStyle/>
                    <a:p>
                      <a:r>
                        <a:rPr kumimoji="1" lang="en-US" altLang="ja-JP" sz="1600" dirty="0"/>
                        <a:t>10.1.254.3/32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CSW1</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5"/>
                  </a:ext>
                </a:extLst>
              </a:tr>
              <a:tr h="0">
                <a:tc>
                  <a:txBody>
                    <a:bodyPr/>
                    <a:lstStyle/>
                    <a:p>
                      <a:r>
                        <a:rPr kumimoji="1" lang="en-US" altLang="ja-JP" sz="1600" dirty="0"/>
                        <a:t>10.1.254.4/32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CSW2</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6"/>
                  </a:ext>
                </a:extLst>
              </a:tr>
              <a:tr h="0">
                <a:tc>
                  <a:txBody>
                    <a:bodyPr/>
                    <a:lstStyle/>
                    <a:p>
                      <a:r>
                        <a:rPr kumimoji="1" lang="en-US" altLang="ja-JP" sz="1600" dirty="0"/>
                        <a:t>10.1.254.5/32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R1</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7"/>
                  </a:ext>
                </a:extLst>
              </a:tr>
              <a:tr h="0">
                <a:tc>
                  <a:txBody>
                    <a:bodyPr/>
                    <a:lstStyle/>
                    <a:p>
                      <a:r>
                        <a:rPr kumimoji="1" lang="en-US" altLang="ja-JP" sz="1600" dirty="0"/>
                        <a:t>10.1.254.6/32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R2</a:t>
                      </a:r>
                      <a:r>
                        <a:rPr kumimoji="1" lang="ja-JP" altLang="en-US" sz="1600" dirty="0"/>
                        <a:t>ループバック</a:t>
                      </a:r>
                      <a:endParaRPr kumimoji="1" lang="en-US" altLang="ja-JP" sz="1600" dirty="0"/>
                    </a:p>
                  </a:txBody>
                  <a:tcPr>
                    <a:solidFill>
                      <a:srgbClr val="F7D0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69771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AB42CE-AB37-D806-7335-5890050B1211}"/>
              </a:ext>
            </a:extLst>
          </p:cNvPr>
          <p:cNvSpPr>
            <a:spLocks noGrp="1"/>
          </p:cNvSpPr>
          <p:nvPr>
            <p:ph type="title"/>
          </p:nvPr>
        </p:nvSpPr>
        <p:spPr/>
        <p:txBody>
          <a:bodyPr/>
          <a:lstStyle/>
          <a:p>
            <a:r>
              <a:rPr lang="ja-JP" altLang="en-US" dirty="0"/>
              <a:t>論理設計⑧</a:t>
            </a:r>
            <a:endParaRPr kumimoji="1" lang="ja-JP" altLang="en-US" dirty="0"/>
          </a:p>
        </p:txBody>
      </p:sp>
      <p:sp>
        <p:nvSpPr>
          <p:cNvPr id="3" name="コンテンツ プレースホルダー 2">
            <a:extLst>
              <a:ext uri="{FF2B5EF4-FFF2-40B4-BE49-F238E27FC236}">
                <a16:creationId xmlns:a16="http://schemas.microsoft.com/office/drawing/2014/main" id="{DE9C9F82-273B-CD87-B7E0-B12A1CC2D844}"/>
              </a:ext>
            </a:extLst>
          </p:cNvPr>
          <p:cNvSpPr>
            <a:spLocks noGrp="1"/>
          </p:cNvSpPr>
          <p:nvPr>
            <p:ph idx="1"/>
          </p:nvPr>
        </p:nvSpPr>
        <p:spPr/>
        <p:txBody>
          <a:bodyPr/>
          <a:lstStyle/>
          <a:p>
            <a:r>
              <a:rPr lang="ja-JP" altLang="en-US" sz="2200" dirty="0"/>
              <a:t>拠点内ルーティング設計</a:t>
            </a:r>
            <a:endParaRPr lang="en-US" altLang="ja-JP" sz="2200" dirty="0"/>
          </a:p>
          <a:p>
            <a:pPr lvl="1"/>
            <a:r>
              <a:rPr lang="en-US" altLang="ja-JP" sz="2000" dirty="0"/>
              <a:t>VLAN</a:t>
            </a:r>
            <a:r>
              <a:rPr lang="ja-JP" altLang="en-US" sz="2000" dirty="0"/>
              <a:t>間ルーティングは</a:t>
            </a:r>
            <a:r>
              <a:rPr lang="en-US" altLang="ja-JP" sz="2000" dirty="0"/>
              <a:t>DSW</a:t>
            </a:r>
            <a:r>
              <a:rPr lang="ja-JP" altLang="en-US" sz="2000" dirty="0"/>
              <a:t>で行う</a:t>
            </a:r>
            <a:endParaRPr lang="en-US" altLang="ja-JP" sz="2000" dirty="0"/>
          </a:p>
          <a:p>
            <a:pPr lvl="1"/>
            <a:r>
              <a:rPr lang="ja-JP" altLang="en-US" sz="2000" dirty="0"/>
              <a:t>拠点内のルーティングプロトコルはルールに従って</a:t>
            </a:r>
            <a:r>
              <a:rPr lang="en-US" altLang="ja-JP" sz="2000" dirty="0"/>
              <a:t>OSPF</a:t>
            </a:r>
            <a:r>
              <a:rPr lang="ja-JP" altLang="en-US" sz="2000" dirty="0"/>
              <a:t>を使用する</a:t>
            </a:r>
            <a:endParaRPr lang="en-US" altLang="ja-JP" sz="2000" dirty="0"/>
          </a:p>
          <a:p>
            <a:pPr lvl="2"/>
            <a:r>
              <a:rPr lang="en-US" altLang="ja-JP" sz="1800" dirty="0"/>
              <a:t>MD5</a:t>
            </a:r>
            <a:r>
              <a:rPr lang="ja-JP" altLang="en-US" sz="1800" dirty="0"/>
              <a:t>認証を有効化し、セキュリティを強化する（パスワード：</a:t>
            </a:r>
            <a:r>
              <a:rPr lang="en-US" altLang="ja-JP" sz="1800" dirty="0"/>
              <a:t>cisco123</a:t>
            </a:r>
            <a:r>
              <a:rPr lang="ja-JP" altLang="en-US" sz="1800" dirty="0"/>
              <a:t>）</a:t>
            </a:r>
            <a:endParaRPr lang="en-US" altLang="ja-JP" sz="1800" dirty="0"/>
          </a:p>
          <a:p>
            <a:pPr lvl="2"/>
            <a:r>
              <a:rPr lang="en-US" altLang="ja-JP" sz="1800" dirty="0"/>
              <a:t>DSW</a:t>
            </a:r>
            <a:r>
              <a:rPr lang="ja-JP" altLang="en-US" sz="1800" dirty="0"/>
              <a:t>、</a:t>
            </a:r>
            <a:r>
              <a:rPr lang="en-US" altLang="ja-JP" sz="1800" dirty="0"/>
              <a:t>CSW</a:t>
            </a:r>
            <a:r>
              <a:rPr lang="ja-JP" altLang="en-US" sz="1800" dirty="0"/>
              <a:t>、</a:t>
            </a:r>
            <a:r>
              <a:rPr lang="en-US" altLang="ja-JP" sz="1800" dirty="0"/>
              <a:t>Router</a:t>
            </a:r>
            <a:r>
              <a:rPr lang="ja-JP" altLang="en-US" sz="1800" dirty="0"/>
              <a:t>までをエリア</a:t>
            </a:r>
            <a:r>
              <a:rPr lang="en-US" altLang="ja-JP" sz="1800" dirty="0"/>
              <a:t>0</a:t>
            </a:r>
            <a:r>
              <a:rPr lang="ja-JP" altLang="en-US" sz="1800" dirty="0"/>
              <a:t>とし、</a:t>
            </a:r>
            <a:r>
              <a:rPr lang="en-US" altLang="ja-JP" sz="1800" dirty="0"/>
              <a:t>DSW</a:t>
            </a:r>
            <a:r>
              <a:rPr lang="ja-JP" altLang="en-US" sz="1800"/>
              <a:t>以下は</a:t>
            </a:r>
            <a:r>
              <a:rPr lang="ja-JP" altLang="en-US" sz="1800" dirty="0"/>
              <a:t>エリア</a:t>
            </a:r>
            <a:r>
              <a:rPr lang="en-US" altLang="ja-JP" sz="1800" dirty="0"/>
              <a:t>1</a:t>
            </a:r>
            <a:r>
              <a:rPr lang="ja-JP" altLang="en-US" sz="1800" dirty="0"/>
              <a:t>とする</a:t>
            </a:r>
            <a:endParaRPr lang="en-US" altLang="ja-JP" sz="1800" dirty="0"/>
          </a:p>
          <a:p>
            <a:pPr lvl="2"/>
            <a:r>
              <a:rPr lang="ja-JP" altLang="en-US" sz="1800" dirty="0"/>
              <a:t>ルータ</a:t>
            </a:r>
            <a:r>
              <a:rPr lang="en-US" altLang="ja-JP" sz="1800" dirty="0"/>
              <a:t>ID</a:t>
            </a:r>
            <a:r>
              <a:rPr lang="ja-JP" altLang="en-US" sz="1800" dirty="0"/>
              <a:t>は手動設定とする</a:t>
            </a:r>
            <a:endParaRPr lang="en-US" altLang="ja-JP" sz="1800" dirty="0"/>
          </a:p>
          <a:p>
            <a:pPr lvl="2"/>
            <a:endParaRPr lang="en-US" altLang="ja-JP" sz="18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1AF83276-98E4-282A-21D4-485D4E081A46}"/>
              </a:ext>
            </a:extLst>
          </p:cNvPr>
          <p:cNvSpPr>
            <a:spLocks noGrp="1"/>
          </p:cNvSpPr>
          <p:nvPr>
            <p:ph type="sldNum" sz="quarter" idx="10"/>
          </p:nvPr>
        </p:nvSpPr>
        <p:spPr/>
        <p:txBody>
          <a:bodyPr/>
          <a:lstStyle/>
          <a:p>
            <a:pPr>
              <a:defRPr/>
            </a:pPr>
            <a:fld id="{317FD5BC-56C6-4791-9AE8-E48ACCBD4B05}" type="slidenum">
              <a:rPr lang="ja-JP" altLang="en-US" smtClean="0"/>
              <a:pPr>
                <a:defRPr/>
              </a:pPr>
              <a:t>35</a:t>
            </a:fld>
            <a:endParaRPr lang="en-US" altLang="ja-JP" dirty="0"/>
          </a:p>
        </p:txBody>
      </p:sp>
      <p:graphicFrame>
        <p:nvGraphicFramePr>
          <p:cNvPr id="5" name="表 4">
            <a:extLst>
              <a:ext uri="{FF2B5EF4-FFF2-40B4-BE49-F238E27FC236}">
                <a16:creationId xmlns:a16="http://schemas.microsoft.com/office/drawing/2014/main" id="{4F3A2D1D-92DF-CD7B-623D-EBEB85D89B8F}"/>
              </a:ext>
            </a:extLst>
          </p:cNvPr>
          <p:cNvGraphicFramePr>
            <a:graphicFrameLocks noGrp="1"/>
          </p:cNvGraphicFramePr>
          <p:nvPr>
            <p:extLst>
              <p:ext uri="{D42A27DB-BD31-4B8C-83A1-F6EECF244321}">
                <p14:modId xmlns:p14="http://schemas.microsoft.com/office/powerpoint/2010/main" val="2480288553"/>
              </p:ext>
            </p:extLst>
          </p:nvPr>
        </p:nvGraphicFramePr>
        <p:xfrm>
          <a:off x="1502224" y="2872313"/>
          <a:ext cx="3896995" cy="2382520"/>
        </p:xfrm>
        <a:graphic>
          <a:graphicData uri="http://schemas.openxmlformats.org/drawingml/2006/table">
            <a:tbl>
              <a:tblPr firstRow="1" bandRow="1">
                <a:tableStyleId>{5C22544A-7EE6-4342-B048-85BDC9FD1C3A}</a:tableStyleId>
              </a:tblPr>
              <a:tblGrid>
                <a:gridCol w="1722755">
                  <a:extLst>
                    <a:ext uri="{9D8B030D-6E8A-4147-A177-3AD203B41FA5}">
                      <a16:colId xmlns:a16="http://schemas.microsoft.com/office/drawing/2014/main" val="20000"/>
                    </a:ext>
                  </a:extLst>
                </a:gridCol>
                <a:gridCol w="2174240">
                  <a:extLst>
                    <a:ext uri="{9D8B030D-6E8A-4147-A177-3AD203B41FA5}">
                      <a16:colId xmlns:a16="http://schemas.microsoft.com/office/drawing/2014/main" val="20001"/>
                    </a:ext>
                  </a:extLst>
                </a:gridCol>
              </a:tblGrid>
              <a:tr h="370840">
                <a:tc>
                  <a:txBody>
                    <a:bodyPr/>
                    <a:lstStyle/>
                    <a:p>
                      <a:r>
                        <a:rPr kumimoji="1" lang="ja-JP" altLang="en-US" sz="1600" dirty="0"/>
                        <a:t>機器</a:t>
                      </a:r>
                    </a:p>
                  </a:txBody>
                  <a:tcPr/>
                </a:tc>
                <a:tc>
                  <a:txBody>
                    <a:bodyPr/>
                    <a:lstStyle/>
                    <a:p>
                      <a:r>
                        <a:rPr kumimoji="1" lang="ja-JP" altLang="en-US" sz="1600" dirty="0"/>
                        <a:t>ルータ</a:t>
                      </a:r>
                      <a:r>
                        <a:rPr kumimoji="1" lang="en-US" altLang="ja-JP" sz="1600" dirty="0"/>
                        <a:t>ID</a:t>
                      </a:r>
                      <a:endParaRPr kumimoji="1" lang="ja-JP" altLang="en-US" sz="1600" dirty="0"/>
                    </a:p>
                  </a:txBody>
                  <a:tcPr/>
                </a:tc>
                <a:extLst>
                  <a:ext uri="{0D108BD9-81ED-4DB2-BD59-A6C34878D82A}">
                    <a16:rowId xmlns:a16="http://schemas.microsoft.com/office/drawing/2014/main" val="10000"/>
                  </a:ext>
                </a:extLst>
              </a:tr>
              <a:tr h="0">
                <a:tc>
                  <a:txBody>
                    <a:bodyPr/>
                    <a:lstStyle/>
                    <a:p>
                      <a:r>
                        <a:rPr kumimoji="1" lang="en-US" altLang="ja-JP" sz="1600" dirty="0"/>
                        <a:t>DSW1</a:t>
                      </a:r>
                      <a:endParaRPr kumimoji="1" lang="ja-JP"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1.1.1.1</a:t>
                      </a:r>
                    </a:p>
                  </a:txBody>
                  <a:tcPr/>
                </a:tc>
                <a:extLst>
                  <a:ext uri="{0D108BD9-81ED-4DB2-BD59-A6C34878D82A}">
                    <a16:rowId xmlns:a16="http://schemas.microsoft.com/office/drawing/2014/main" val="10001"/>
                  </a:ext>
                </a:extLst>
              </a:tr>
              <a:tr h="0">
                <a:tc>
                  <a:txBody>
                    <a:bodyPr/>
                    <a:lstStyle/>
                    <a:p>
                      <a:r>
                        <a:rPr kumimoji="1" lang="en-US" altLang="ja-JP" sz="1600" dirty="0"/>
                        <a:t>DSW2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2.2.2.2</a:t>
                      </a:r>
                    </a:p>
                  </a:txBody>
                  <a:tcPr>
                    <a:solidFill>
                      <a:srgbClr val="F7D0CC"/>
                    </a:solidFill>
                  </a:tcPr>
                </a:tc>
                <a:extLst>
                  <a:ext uri="{0D108BD9-81ED-4DB2-BD59-A6C34878D82A}">
                    <a16:rowId xmlns:a16="http://schemas.microsoft.com/office/drawing/2014/main" val="10002"/>
                  </a:ext>
                </a:extLst>
              </a:tr>
              <a:tr h="0">
                <a:tc>
                  <a:txBody>
                    <a:bodyPr/>
                    <a:lstStyle/>
                    <a:p>
                      <a:r>
                        <a:rPr kumimoji="1" lang="en-US" altLang="ja-JP" sz="1600" dirty="0"/>
                        <a:t>CSW1</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3.3.3.3</a:t>
                      </a:r>
                    </a:p>
                  </a:txBody>
                  <a:tcPr>
                    <a:solidFill>
                      <a:srgbClr val="F7D0CC"/>
                    </a:solidFill>
                  </a:tcPr>
                </a:tc>
                <a:extLst>
                  <a:ext uri="{0D108BD9-81ED-4DB2-BD59-A6C34878D82A}">
                    <a16:rowId xmlns:a16="http://schemas.microsoft.com/office/drawing/2014/main" val="10003"/>
                  </a:ext>
                </a:extLst>
              </a:tr>
              <a:tr h="0">
                <a:tc>
                  <a:txBody>
                    <a:bodyPr/>
                    <a:lstStyle/>
                    <a:p>
                      <a:r>
                        <a:rPr kumimoji="1" lang="en-US" altLang="ja-JP" sz="1600" dirty="0"/>
                        <a:t>CSW2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4.4.4.4</a:t>
                      </a:r>
                    </a:p>
                  </a:txBody>
                  <a:tcPr>
                    <a:solidFill>
                      <a:srgbClr val="F7D0CC"/>
                    </a:solidFill>
                  </a:tcPr>
                </a:tc>
                <a:extLst>
                  <a:ext uri="{0D108BD9-81ED-4DB2-BD59-A6C34878D82A}">
                    <a16:rowId xmlns:a16="http://schemas.microsoft.com/office/drawing/2014/main" val="10004"/>
                  </a:ext>
                </a:extLst>
              </a:tr>
              <a:tr h="0">
                <a:tc>
                  <a:txBody>
                    <a:bodyPr/>
                    <a:lstStyle/>
                    <a:p>
                      <a:r>
                        <a:rPr kumimoji="1" lang="en-US" altLang="ja-JP" sz="1600" dirty="0"/>
                        <a:t>R1</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5.5.5.5</a:t>
                      </a:r>
                    </a:p>
                  </a:txBody>
                  <a:tcPr>
                    <a:solidFill>
                      <a:srgbClr val="F7D0CC"/>
                    </a:solidFill>
                  </a:tcPr>
                </a:tc>
                <a:extLst>
                  <a:ext uri="{0D108BD9-81ED-4DB2-BD59-A6C34878D82A}">
                    <a16:rowId xmlns:a16="http://schemas.microsoft.com/office/drawing/2014/main" val="10005"/>
                  </a:ext>
                </a:extLst>
              </a:tr>
              <a:tr h="0">
                <a:tc>
                  <a:txBody>
                    <a:bodyPr/>
                    <a:lstStyle/>
                    <a:p>
                      <a:r>
                        <a:rPr kumimoji="1" lang="en-US" altLang="ja-JP" sz="1600" dirty="0"/>
                        <a:t>R2</a:t>
                      </a:r>
                      <a:endParaRPr kumimoji="1" lang="ja-JP" altLang="en-US" sz="1600" dirty="0"/>
                    </a:p>
                  </a:txBody>
                  <a:tcPr>
                    <a:solidFill>
                      <a:srgbClr val="F7D0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6.6.6.6</a:t>
                      </a:r>
                    </a:p>
                  </a:txBody>
                  <a:tcPr>
                    <a:solidFill>
                      <a:srgbClr val="F7D0C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9285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F388-ED78-F4B9-A4DA-C82C77AAFF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883989-9B6C-81AF-BAEB-DA6804BF962F}"/>
              </a:ext>
            </a:extLst>
          </p:cNvPr>
          <p:cNvSpPr>
            <a:spLocks noGrp="1"/>
          </p:cNvSpPr>
          <p:nvPr>
            <p:ph type="title"/>
          </p:nvPr>
        </p:nvSpPr>
        <p:spPr/>
        <p:txBody>
          <a:bodyPr/>
          <a:lstStyle/>
          <a:p>
            <a:r>
              <a:rPr lang="ja-JP" altLang="en-US" dirty="0"/>
              <a:t>論理設計⑨</a:t>
            </a:r>
            <a:endParaRPr kumimoji="1" lang="ja-JP" altLang="en-US" dirty="0"/>
          </a:p>
        </p:txBody>
      </p:sp>
      <p:sp>
        <p:nvSpPr>
          <p:cNvPr id="3" name="コンテンツ プレースホルダー 2">
            <a:extLst>
              <a:ext uri="{FF2B5EF4-FFF2-40B4-BE49-F238E27FC236}">
                <a16:creationId xmlns:a16="http://schemas.microsoft.com/office/drawing/2014/main" id="{56E79590-78CA-2EA7-3C2D-FD643F0DE235}"/>
              </a:ext>
            </a:extLst>
          </p:cNvPr>
          <p:cNvSpPr>
            <a:spLocks noGrp="1"/>
          </p:cNvSpPr>
          <p:nvPr>
            <p:ph idx="1"/>
          </p:nvPr>
        </p:nvSpPr>
        <p:spPr/>
        <p:txBody>
          <a:bodyPr/>
          <a:lstStyle/>
          <a:p>
            <a:r>
              <a:rPr lang="ja-JP" altLang="en-US" sz="2200" dirty="0"/>
              <a:t>拠点内ルーティング設計</a:t>
            </a:r>
            <a:endParaRPr lang="en-US" altLang="ja-JP" sz="2200" dirty="0"/>
          </a:p>
          <a:p>
            <a:pPr lvl="1"/>
            <a:r>
              <a:rPr lang="en-US" altLang="ja-JP" sz="2000" dirty="0"/>
              <a:t>VLAN</a:t>
            </a:r>
            <a:r>
              <a:rPr lang="ja-JP" altLang="en-US" sz="2000" dirty="0"/>
              <a:t>間ルーティングは</a:t>
            </a:r>
            <a:r>
              <a:rPr lang="en-US" altLang="ja-JP" sz="2000" dirty="0"/>
              <a:t>DSW</a:t>
            </a:r>
            <a:r>
              <a:rPr lang="ja-JP" altLang="en-US" sz="2000" dirty="0"/>
              <a:t>で行う</a:t>
            </a:r>
            <a:endParaRPr lang="en-US" altLang="ja-JP" sz="2000" dirty="0"/>
          </a:p>
          <a:p>
            <a:pPr lvl="1"/>
            <a:r>
              <a:rPr lang="ja-JP" altLang="en-US" sz="2000" dirty="0"/>
              <a:t>拠点内のルーティングプロトコルはルールに従って</a:t>
            </a:r>
            <a:r>
              <a:rPr lang="en-US" altLang="ja-JP" sz="2000" dirty="0"/>
              <a:t>OSPF</a:t>
            </a:r>
            <a:r>
              <a:rPr lang="ja-JP" altLang="en-US" sz="2000" dirty="0"/>
              <a:t>を使用する</a:t>
            </a:r>
            <a:endParaRPr lang="en-US" altLang="ja-JP" sz="2000" dirty="0"/>
          </a:p>
          <a:p>
            <a:pPr lvl="2"/>
            <a:r>
              <a:rPr lang="ja-JP" altLang="en-US" sz="1800" dirty="0"/>
              <a:t>クライアント側にルーティングアップデートが送信されないようにする</a:t>
            </a:r>
            <a:endParaRPr lang="en-US" altLang="ja-JP" sz="1800" dirty="0"/>
          </a:p>
          <a:p>
            <a:pPr lvl="2"/>
            <a:endParaRPr lang="en-US" altLang="ja-JP" sz="1800" dirty="0"/>
          </a:p>
          <a:p>
            <a:pPr lvl="2"/>
            <a:endParaRPr lang="en-US" altLang="ja-JP" sz="1800" dirty="0"/>
          </a:p>
          <a:p>
            <a:pPr lvl="2"/>
            <a:endParaRPr lang="en-US" altLang="ja-JP" sz="1800" dirty="0"/>
          </a:p>
          <a:p>
            <a:pPr lvl="2"/>
            <a:endParaRPr lang="en-US" altLang="ja-JP" sz="1800" dirty="0"/>
          </a:p>
          <a:p>
            <a:pPr lvl="2"/>
            <a:endParaRPr lang="en-US" altLang="ja-JP" sz="1800" dirty="0"/>
          </a:p>
          <a:p>
            <a:pPr lvl="2"/>
            <a:endParaRPr lang="en-US" altLang="ja-JP" sz="1800" dirty="0"/>
          </a:p>
          <a:p>
            <a:pPr lvl="2"/>
            <a:r>
              <a:rPr lang="en-US" altLang="ja-JP" sz="1800" dirty="0"/>
              <a:t>/30</a:t>
            </a:r>
            <a:r>
              <a:rPr lang="ja-JP" altLang="en-US" sz="1800" dirty="0"/>
              <a:t>ネットワークは</a:t>
            </a:r>
            <a:r>
              <a:rPr lang="en-US" altLang="ja-JP" sz="1800" dirty="0"/>
              <a:t>DR/BDR</a:t>
            </a:r>
            <a:r>
              <a:rPr lang="ja-JP" altLang="en-US" sz="1800" dirty="0"/>
              <a:t>の選定を無くしコンバージェンスを早めるようにする</a:t>
            </a:r>
            <a:endParaRPr lang="en-US" altLang="ja-JP" sz="1800" dirty="0"/>
          </a:p>
          <a:p>
            <a:pPr lvl="2"/>
            <a:endParaRPr lang="en-US" altLang="ja-JP" sz="18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E33A7990-809F-DFB3-A1A1-4D128C65BEA5}"/>
              </a:ext>
            </a:extLst>
          </p:cNvPr>
          <p:cNvSpPr>
            <a:spLocks noGrp="1"/>
          </p:cNvSpPr>
          <p:nvPr>
            <p:ph type="sldNum" sz="quarter" idx="10"/>
          </p:nvPr>
        </p:nvSpPr>
        <p:spPr/>
        <p:txBody>
          <a:bodyPr/>
          <a:lstStyle/>
          <a:p>
            <a:pPr>
              <a:defRPr/>
            </a:pPr>
            <a:fld id="{317FD5BC-56C6-4791-9AE8-E48ACCBD4B05}" type="slidenum">
              <a:rPr lang="ja-JP" altLang="en-US" smtClean="0"/>
              <a:pPr>
                <a:defRPr/>
              </a:pPr>
              <a:t>36</a:t>
            </a:fld>
            <a:endParaRPr lang="en-US" altLang="ja-JP" dirty="0"/>
          </a:p>
        </p:txBody>
      </p:sp>
      <p:sp>
        <p:nvSpPr>
          <p:cNvPr id="7" name="正方形/長方形 6">
            <a:extLst>
              <a:ext uri="{FF2B5EF4-FFF2-40B4-BE49-F238E27FC236}">
                <a16:creationId xmlns:a16="http://schemas.microsoft.com/office/drawing/2014/main" id="{4647C4A1-F681-156F-3061-691056D3CDC4}"/>
              </a:ext>
            </a:extLst>
          </p:cNvPr>
          <p:cNvSpPr/>
          <p:nvPr/>
        </p:nvSpPr>
        <p:spPr>
          <a:xfrm>
            <a:off x="224448" y="4540049"/>
            <a:ext cx="8656752" cy="1613501"/>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　コマンドも示してください。</a:t>
            </a:r>
          </a:p>
        </p:txBody>
      </p:sp>
      <p:sp>
        <p:nvSpPr>
          <p:cNvPr id="8" name="正方形/長方形 7">
            <a:extLst>
              <a:ext uri="{FF2B5EF4-FFF2-40B4-BE49-F238E27FC236}">
                <a16:creationId xmlns:a16="http://schemas.microsoft.com/office/drawing/2014/main" id="{2696707F-D68C-4CC4-FBF6-69E1FD8141BB}"/>
              </a:ext>
            </a:extLst>
          </p:cNvPr>
          <p:cNvSpPr/>
          <p:nvPr/>
        </p:nvSpPr>
        <p:spPr>
          <a:xfrm>
            <a:off x="210048" y="2152228"/>
            <a:ext cx="8656752" cy="1613501"/>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　コマンドも示してください。</a:t>
            </a:r>
          </a:p>
        </p:txBody>
      </p:sp>
    </p:spTree>
    <p:extLst>
      <p:ext uri="{BB962C8B-B14F-4D97-AF65-F5344CB8AC3E}">
        <p14:creationId xmlns:p14="http://schemas.microsoft.com/office/powerpoint/2010/main" val="1154153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79C66-0CE9-F3AA-7445-03C4E1ED13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07107F-78AC-29E0-56A7-0EC17A2A8E9C}"/>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～その他：耐障害性～</a:t>
            </a:r>
            <a:endParaRPr kumimoji="1" lang="ja-JP" altLang="en-US" dirty="0"/>
          </a:p>
        </p:txBody>
      </p:sp>
      <p:sp>
        <p:nvSpPr>
          <p:cNvPr id="4" name="スライド番号プレースホルダー 3">
            <a:extLst>
              <a:ext uri="{FF2B5EF4-FFF2-40B4-BE49-F238E27FC236}">
                <a16:creationId xmlns:a16="http://schemas.microsoft.com/office/drawing/2014/main" id="{1184A510-4DAF-15B9-429C-0459C3C399DC}"/>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37</a:t>
            </a:fld>
            <a:endParaRPr lang="en-US" altLang="ja-JP" dirty="0"/>
          </a:p>
        </p:txBody>
      </p:sp>
    </p:spTree>
    <p:extLst>
      <p:ext uri="{BB962C8B-B14F-4D97-AF65-F5344CB8AC3E}">
        <p14:creationId xmlns:p14="http://schemas.microsoft.com/office/powerpoint/2010/main" val="2993238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F49539-55BE-5970-F4B1-892152E9B6DC}"/>
              </a:ext>
            </a:extLst>
          </p:cNvPr>
          <p:cNvSpPr>
            <a:spLocks noGrp="1"/>
          </p:cNvSpPr>
          <p:nvPr>
            <p:ph type="title"/>
          </p:nvPr>
        </p:nvSpPr>
        <p:spPr/>
        <p:txBody>
          <a:bodyPr/>
          <a:lstStyle/>
          <a:p>
            <a:r>
              <a:rPr lang="ja-JP" altLang="en-US" dirty="0"/>
              <a:t>その他ネットワーク設計①</a:t>
            </a:r>
            <a:endParaRPr kumimoji="1" lang="ja-JP" altLang="en-US" dirty="0"/>
          </a:p>
        </p:txBody>
      </p:sp>
      <p:sp>
        <p:nvSpPr>
          <p:cNvPr id="3" name="コンテンツ プレースホルダー 2">
            <a:extLst>
              <a:ext uri="{FF2B5EF4-FFF2-40B4-BE49-F238E27FC236}">
                <a16:creationId xmlns:a16="http://schemas.microsoft.com/office/drawing/2014/main" id="{D787F851-19EC-CF17-D0FA-A8CDDAB7045A}"/>
              </a:ext>
            </a:extLst>
          </p:cNvPr>
          <p:cNvSpPr>
            <a:spLocks noGrp="1"/>
          </p:cNvSpPr>
          <p:nvPr>
            <p:ph idx="1"/>
          </p:nvPr>
        </p:nvSpPr>
        <p:spPr/>
        <p:txBody>
          <a:bodyPr>
            <a:normAutofit/>
          </a:bodyPr>
          <a:lstStyle/>
          <a:p>
            <a:r>
              <a:rPr lang="ja-JP" altLang="en-US" sz="2400" dirty="0"/>
              <a:t>耐障害性</a:t>
            </a:r>
            <a:endParaRPr lang="en-US" altLang="ja-JP" sz="2400" dirty="0"/>
          </a:p>
          <a:p>
            <a:pPr lvl="1"/>
            <a:r>
              <a:rPr lang="en-US" altLang="ja-JP" sz="2000" dirty="0"/>
              <a:t>DSW</a:t>
            </a:r>
            <a:r>
              <a:rPr lang="ja-JP" altLang="en-US" sz="2000" dirty="0"/>
              <a:t>は</a:t>
            </a:r>
            <a:r>
              <a:rPr lang="en-US" altLang="ja-JP" sz="2000" dirty="0"/>
              <a:t>VLAN</a:t>
            </a:r>
            <a:r>
              <a:rPr lang="ja-JP" altLang="en-US" sz="2000" dirty="0"/>
              <a:t>間ルーティングを行う重要な役割を持つため、二重化して耐障害性を高める</a:t>
            </a:r>
            <a:endParaRPr lang="en-US" altLang="ja-JP" sz="2000" dirty="0"/>
          </a:p>
          <a:p>
            <a:pPr lvl="1"/>
            <a:r>
              <a:rPr lang="en-US" altLang="ja-JP" sz="2000" dirty="0"/>
              <a:t>ASW</a:t>
            </a:r>
            <a:r>
              <a:rPr lang="ja-JP" altLang="en-US" sz="2000" dirty="0"/>
              <a:t>－</a:t>
            </a:r>
            <a:r>
              <a:rPr lang="en-US" altLang="ja-JP" sz="2000" dirty="0"/>
              <a:t>DSW</a:t>
            </a:r>
            <a:r>
              <a:rPr lang="ja-JP" altLang="en-US" sz="2000" dirty="0"/>
              <a:t>間の</a:t>
            </a:r>
            <a:r>
              <a:rPr lang="en-US" altLang="ja-JP" sz="2000" dirty="0"/>
              <a:t>L2</a:t>
            </a:r>
            <a:r>
              <a:rPr lang="ja-JP" altLang="en-US" sz="2000" dirty="0"/>
              <a:t>の障害対策として、障害時の通信断を最小限に抑えるための機能を導入し、</a:t>
            </a:r>
            <a:r>
              <a:rPr lang="en-US" altLang="ja-JP" sz="2000" dirty="0"/>
              <a:t>VLAN</a:t>
            </a:r>
            <a:r>
              <a:rPr lang="ja-JP" altLang="en-US" sz="2000" dirty="0"/>
              <a:t>ごとにトラフィックが負荷分散されるようにする</a:t>
            </a:r>
            <a:endParaRPr lang="en-US" altLang="ja-JP" sz="2000" dirty="0"/>
          </a:p>
          <a:p>
            <a:pPr lvl="1"/>
            <a:endParaRPr lang="en-US" altLang="ja-JP" sz="2000" dirty="0"/>
          </a:p>
          <a:p>
            <a:pPr lvl="1"/>
            <a:endParaRPr lang="en-US" altLang="ja-JP" sz="2000" dirty="0"/>
          </a:p>
          <a:p>
            <a:pPr lvl="1"/>
            <a:endParaRPr lang="en-US" altLang="ja-JP" sz="2000" dirty="0"/>
          </a:p>
          <a:p>
            <a:pPr lvl="1"/>
            <a:endParaRPr lang="en-US" altLang="ja-JP" sz="2000" dirty="0"/>
          </a:p>
          <a:p>
            <a:pPr lvl="1"/>
            <a:endParaRPr lang="en-US" altLang="ja-JP" sz="2000" dirty="0"/>
          </a:p>
          <a:p>
            <a:pPr lvl="1"/>
            <a:r>
              <a:rPr lang="ja-JP" altLang="en-US" sz="2000" dirty="0"/>
              <a:t>クライアント</a:t>
            </a:r>
            <a:r>
              <a:rPr lang="en-US" altLang="ja-JP" sz="2000" dirty="0"/>
              <a:t>PC</a:t>
            </a:r>
            <a:r>
              <a:rPr lang="ja-JP" altLang="en-US" sz="2000" dirty="0"/>
              <a:t>が接続されるポートはコンバージェンスを早める仕様とする</a:t>
            </a:r>
            <a:endParaRPr kumimoji="1" lang="ja-JP" altLang="en-US" dirty="0"/>
          </a:p>
        </p:txBody>
      </p:sp>
      <p:sp>
        <p:nvSpPr>
          <p:cNvPr id="4" name="スライド番号プレースホルダー 3">
            <a:extLst>
              <a:ext uri="{FF2B5EF4-FFF2-40B4-BE49-F238E27FC236}">
                <a16:creationId xmlns:a16="http://schemas.microsoft.com/office/drawing/2014/main" id="{33A2B9FE-9F3C-D5CF-9D72-593098471BF7}"/>
              </a:ext>
            </a:extLst>
          </p:cNvPr>
          <p:cNvSpPr>
            <a:spLocks noGrp="1"/>
          </p:cNvSpPr>
          <p:nvPr>
            <p:ph type="sldNum" sz="quarter" idx="10"/>
          </p:nvPr>
        </p:nvSpPr>
        <p:spPr/>
        <p:txBody>
          <a:bodyPr/>
          <a:lstStyle/>
          <a:p>
            <a:pPr>
              <a:defRPr/>
            </a:pPr>
            <a:fld id="{317FD5BC-56C6-4791-9AE8-E48ACCBD4B05}" type="slidenum">
              <a:rPr lang="ja-JP" altLang="en-US" smtClean="0"/>
              <a:pPr>
                <a:defRPr/>
              </a:pPr>
              <a:t>38</a:t>
            </a:fld>
            <a:endParaRPr lang="en-US" altLang="ja-JP" dirty="0"/>
          </a:p>
        </p:txBody>
      </p:sp>
      <p:sp>
        <p:nvSpPr>
          <p:cNvPr id="7" name="正方形/長方形 6">
            <a:extLst>
              <a:ext uri="{FF2B5EF4-FFF2-40B4-BE49-F238E27FC236}">
                <a16:creationId xmlns:a16="http://schemas.microsoft.com/office/drawing/2014/main" id="{E1FC26EF-23D9-3994-EA2C-BFAC4C870845}"/>
              </a:ext>
            </a:extLst>
          </p:cNvPr>
          <p:cNvSpPr/>
          <p:nvPr/>
        </p:nvSpPr>
        <p:spPr>
          <a:xfrm>
            <a:off x="231648" y="2511458"/>
            <a:ext cx="8656752" cy="1613501"/>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
        <p:nvSpPr>
          <p:cNvPr id="8" name="正方形/長方形 7">
            <a:extLst>
              <a:ext uri="{FF2B5EF4-FFF2-40B4-BE49-F238E27FC236}">
                <a16:creationId xmlns:a16="http://schemas.microsoft.com/office/drawing/2014/main" id="{003050C0-AB2D-9624-952E-46DD11A26913}"/>
              </a:ext>
            </a:extLst>
          </p:cNvPr>
          <p:cNvSpPr/>
          <p:nvPr/>
        </p:nvSpPr>
        <p:spPr>
          <a:xfrm>
            <a:off x="224448" y="4690177"/>
            <a:ext cx="8656752" cy="1613501"/>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　コマンドも示してください。</a:t>
            </a:r>
          </a:p>
        </p:txBody>
      </p:sp>
    </p:spTree>
    <p:extLst>
      <p:ext uri="{BB962C8B-B14F-4D97-AF65-F5344CB8AC3E}">
        <p14:creationId xmlns:p14="http://schemas.microsoft.com/office/powerpoint/2010/main" val="3897785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D25E1-8AE8-F32D-F90B-ACF5AECD87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E99E3A-F61A-B1B7-EDAB-5F487F91F159}"/>
              </a:ext>
            </a:extLst>
          </p:cNvPr>
          <p:cNvSpPr>
            <a:spLocks noGrp="1"/>
          </p:cNvSpPr>
          <p:nvPr>
            <p:ph type="title"/>
          </p:nvPr>
        </p:nvSpPr>
        <p:spPr/>
        <p:txBody>
          <a:bodyPr/>
          <a:lstStyle/>
          <a:p>
            <a:r>
              <a:rPr lang="ja-JP" altLang="en-US" dirty="0"/>
              <a:t>その他ネットワーク設計②</a:t>
            </a:r>
            <a:endParaRPr kumimoji="1" lang="ja-JP" altLang="en-US" dirty="0"/>
          </a:p>
        </p:txBody>
      </p:sp>
      <p:sp>
        <p:nvSpPr>
          <p:cNvPr id="3" name="コンテンツ プレースホルダー 2">
            <a:extLst>
              <a:ext uri="{FF2B5EF4-FFF2-40B4-BE49-F238E27FC236}">
                <a16:creationId xmlns:a16="http://schemas.microsoft.com/office/drawing/2014/main" id="{2BF18EF4-4EAA-D50C-BFDB-1E24998CA251}"/>
              </a:ext>
            </a:extLst>
          </p:cNvPr>
          <p:cNvSpPr>
            <a:spLocks noGrp="1"/>
          </p:cNvSpPr>
          <p:nvPr>
            <p:ph idx="1"/>
          </p:nvPr>
        </p:nvSpPr>
        <p:spPr/>
        <p:txBody>
          <a:bodyPr>
            <a:normAutofit/>
          </a:bodyPr>
          <a:lstStyle/>
          <a:p>
            <a:r>
              <a:rPr lang="ja-JP" altLang="en-US" sz="2400" dirty="0"/>
              <a:t>耐障害性</a:t>
            </a:r>
            <a:endParaRPr lang="en-US" altLang="ja-JP" sz="2400" dirty="0"/>
          </a:p>
          <a:p>
            <a:pPr lvl="1"/>
            <a:r>
              <a:rPr lang="en-US" altLang="ja-JP" sz="2000" dirty="0"/>
              <a:t>PC</a:t>
            </a:r>
            <a:r>
              <a:rPr lang="ja-JP" altLang="en-US" sz="2000" dirty="0"/>
              <a:t>－</a:t>
            </a:r>
            <a:r>
              <a:rPr lang="en-US" altLang="ja-JP" sz="2000" dirty="0"/>
              <a:t>DSW</a:t>
            </a:r>
            <a:r>
              <a:rPr lang="ja-JP" altLang="en-US" sz="2000" dirty="0"/>
              <a:t>間の</a:t>
            </a:r>
            <a:r>
              <a:rPr lang="en-US" altLang="ja-JP" sz="2000" dirty="0"/>
              <a:t>L3</a:t>
            </a:r>
            <a:r>
              <a:rPr lang="ja-JP" altLang="en-US" sz="2000" dirty="0"/>
              <a:t>の障害対策として、独自のプロトコルを実装して、以下の条件でデフォルトゲートウェイが自動的に切り替わる仕様とする</a:t>
            </a:r>
            <a:endParaRPr lang="en-US" altLang="ja-JP" sz="2000" dirty="0"/>
          </a:p>
          <a:p>
            <a:pPr lvl="2"/>
            <a:r>
              <a:rPr lang="en-US" altLang="ja-JP" sz="1800" dirty="0"/>
              <a:t>VLAN</a:t>
            </a:r>
            <a:r>
              <a:rPr lang="ja-JP" altLang="en-US" sz="1800" dirty="0"/>
              <a:t>ごとにトラフィックを分散するよう設定し、トラフィックが偏らないようにする</a:t>
            </a:r>
            <a:endParaRPr lang="en-US" altLang="ja-JP" sz="1800" dirty="0"/>
          </a:p>
          <a:p>
            <a:pPr lvl="2"/>
            <a:r>
              <a:rPr lang="ja-JP" altLang="en-US" sz="1800" dirty="0"/>
              <a:t>ダウンタイムを短く設定し、障害検知を早める</a:t>
            </a:r>
            <a:endParaRPr lang="en-US" altLang="ja-JP" sz="1800" dirty="0"/>
          </a:p>
          <a:p>
            <a:pPr lvl="2"/>
            <a:r>
              <a:rPr lang="ja-JP" altLang="en-US" sz="1800" dirty="0"/>
              <a:t>一方の</a:t>
            </a:r>
            <a:r>
              <a:rPr lang="en-US" altLang="ja-JP" sz="1800" dirty="0"/>
              <a:t>DSW</a:t>
            </a:r>
            <a:r>
              <a:rPr lang="ja-JP" altLang="en-US" sz="1800" dirty="0"/>
              <a:t>で</a:t>
            </a:r>
            <a:r>
              <a:rPr lang="en-US" altLang="ja-JP" sz="1800" dirty="0"/>
              <a:t>CSW1,2</a:t>
            </a:r>
            <a:r>
              <a:rPr lang="ja-JP" altLang="en-US" sz="1800" dirty="0"/>
              <a:t>両方と接続障害が発生したら、もう一方の</a:t>
            </a:r>
            <a:r>
              <a:rPr lang="en-US" altLang="ja-JP" sz="1800" dirty="0"/>
              <a:t>DSW</a:t>
            </a:r>
            <a:r>
              <a:rPr lang="ja-JP" altLang="en-US" sz="1800" dirty="0"/>
              <a:t>に切り替える（片側のみの接続障害は、</a:t>
            </a:r>
            <a:r>
              <a:rPr lang="en-US" altLang="ja-JP" sz="1800" dirty="0"/>
              <a:t>DSW</a:t>
            </a:r>
            <a:r>
              <a:rPr lang="ja-JP" altLang="en-US" sz="1800" dirty="0"/>
              <a:t>を切り替えない）</a:t>
            </a:r>
            <a:endParaRPr lang="en-US" altLang="ja-JP" sz="1800" dirty="0"/>
          </a:p>
          <a:p>
            <a:pPr lvl="2"/>
            <a:r>
              <a:rPr lang="ja-JP" altLang="en-US" sz="1800" dirty="0"/>
              <a:t>プライオリティが小さい状態で</a:t>
            </a:r>
            <a:r>
              <a:rPr lang="en-US" altLang="ja-JP" sz="1800" dirty="0"/>
              <a:t>Active</a:t>
            </a:r>
            <a:r>
              <a:rPr lang="ja-JP" altLang="en-US" sz="1800" dirty="0"/>
              <a:t>を維持するのを防止する</a:t>
            </a:r>
            <a:endParaRPr lang="en-US" altLang="ja-JP" sz="1800" dirty="0"/>
          </a:p>
        </p:txBody>
      </p:sp>
      <p:sp>
        <p:nvSpPr>
          <p:cNvPr id="4" name="スライド番号プレースホルダー 3">
            <a:extLst>
              <a:ext uri="{FF2B5EF4-FFF2-40B4-BE49-F238E27FC236}">
                <a16:creationId xmlns:a16="http://schemas.microsoft.com/office/drawing/2014/main" id="{E05323AB-793C-4B22-C98F-C7084AFF600A}"/>
              </a:ext>
            </a:extLst>
          </p:cNvPr>
          <p:cNvSpPr>
            <a:spLocks noGrp="1"/>
          </p:cNvSpPr>
          <p:nvPr>
            <p:ph type="sldNum" sz="quarter" idx="10"/>
          </p:nvPr>
        </p:nvSpPr>
        <p:spPr/>
        <p:txBody>
          <a:bodyPr/>
          <a:lstStyle/>
          <a:p>
            <a:pPr>
              <a:defRPr/>
            </a:pPr>
            <a:fld id="{317FD5BC-56C6-4791-9AE8-E48ACCBD4B05}" type="slidenum">
              <a:rPr lang="ja-JP" altLang="en-US" smtClean="0"/>
              <a:pPr>
                <a:defRPr/>
              </a:pPr>
              <a:t>39</a:t>
            </a:fld>
            <a:endParaRPr lang="en-US" altLang="ja-JP" dirty="0"/>
          </a:p>
        </p:txBody>
      </p:sp>
      <p:sp>
        <p:nvSpPr>
          <p:cNvPr id="5" name="正方形/長方形 4">
            <a:extLst>
              <a:ext uri="{FF2B5EF4-FFF2-40B4-BE49-F238E27FC236}">
                <a16:creationId xmlns:a16="http://schemas.microsoft.com/office/drawing/2014/main" id="{57E131A0-F6FB-0EC6-CA34-9DE0DDC7F0B1}"/>
              </a:ext>
            </a:extLst>
          </p:cNvPr>
          <p:cNvSpPr/>
          <p:nvPr/>
        </p:nvSpPr>
        <p:spPr>
          <a:xfrm>
            <a:off x="231648" y="3557938"/>
            <a:ext cx="8656752" cy="286318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3471170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705EF-B0A9-0849-8C38-B8B7A2292C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48F7F5-C770-FA40-64B1-3109077563E2}"/>
              </a:ext>
            </a:extLst>
          </p:cNvPr>
          <p:cNvSpPr>
            <a:spLocks noGrp="1"/>
          </p:cNvSpPr>
          <p:nvPr>
            <p:ph type="title"/>
          </p:nvPr>
        </p:nvSpPr>
        <p:spPr/>
        <p:txBody>
          <a:bodyPr/>
          <a:lstStyle/>
          <a:p>
            <a:r>
              <a:rPr lang="ja-JP" altLang="en-US" dirty="0"/>
              <a:t>その他ネットワーク設計③</a:t>
            </a:r>
            <a:endParaRPr kumimoji="1" lang="ja-JP" altLang="en-US" dirty="0"/>
          </a:p>
        </p:txBody>
      </p:sp>
      <p:sp>
        <p:nvSpPr>
          <p:cNvPr id="3" name="コンテンツ プレースホルダー 2">
            <a:extLst>
              <a:ext uri="{FF2B5EF4-FFF2-40B4-BE49-F238E27FC236}">
                <a16:creationId xmlns:a16="http://schemas.microsoft.com/office/drawing/2014/main" id="{B4387E38-EA6D-B0DC-C87D-05C6046A12EB}"/>
              </a:ext>
            </a:extLst>
          </p:cNvPr>
          <p:cNvSpPr>
            <a:spLocks noGrp="1"/>
          </p:cNvSpPr>
          <p:nvPr>
            <p:ph idx="1"/>
          </p:nvPr>
        </p:nvSpPr>
        <p:spPr/>
        <p:txBody>
          <a:bodyPr>
            <a:normAutofit/>
          </a:bodyPr>
          <a:lstStyle/>
          <a:p>
            <a:r>
              <a:rPr lang="ja-JP" altLang="en-US" sz="2400" dirty="0"/>
              <a:t>耐障害性</a:t>
            </a:r>
            <a:endParaRPr lang="en-US" altLang="ja-JP" sz="2400" dirty="0"/>
          </a:p>
          <a:p>
            <a:pPr lvl="1">
              <a:buClr>
                <a:srgbClr val="000000"/>
              </a:buClr>
            </a:pPr>
            <a:r>
              <a:rPr lang="ja-JP" altLang="en-US" sz="2000" dirty="0">
                <a:solidFill>
                  <a:srgbClr val="000000"/>
                </a:solidFill>
              </a:rPr>
              <a:t>監視サーバーと</a:t>
            </a:r>
            <a:r>
              <a:rPr lang="en-US" altLang="ja-JP" sz="2000" dirty="0">
                <a:solidFill>
                  <a:srgbClr val="000000"/>
                </a:solidFill>
              </a:rPr>
              <a:t>CSW</a:t>
            </a:r>
            <a:r>
              <a:rPr lang="ja-JP" altLang="en-US" sz="2000" dirty="0">
                <a:solidFill>
                  <a:srgbClr val="000000"/>
                </a:solidFill>
              </a:rPr>
              <a:t>間の</a:t>
            </a:r>
            <a:r>
              <a:rPr lang="en-US" altLang="ja-JP" sz="2000" dirty="0">
                <a:solidFill>
                  <a:srgbClr val="000000"/>
                </a:solidFill>
              </a:rPr>
              <a:t>L3</a:t>
            </a:r>
            <a:r>
              <a:rPr lang="ja-JP" altLang="en-US" sz="2000" dirty="0">
                <a:solidFill>
                  <a:srgbClr val="000000"/>
                </a:solidFill>
              </a:rPr>
              <a:t>の障害対策として、独自のプロトコルを実装して、以下の条件でデフォルトゲートウェイが自動的に切り替わる仕様とする</a:t>
            </a:r>
            <a:endParaRPr lang="en-US" altLang="ja-JP" sz="2000" dirty="0">
              <a:solidFill>
                <a:srgbClr val="000000"/>
              </a:solidFill>
            </a:endParaRPr>
          </a:p>
          <a:p>
            <a:pPr lvl="2">
              <a:buClr>
                <a:srgbClr val="000000"/>
              </a:buClr>
            </a:pPr>
            <a:r>
              <a:rPr lang="en-US" altLang="ja-JP" sz="1800" dirty="0">
                <a:solidFill>
                  <a:srgbClr val="000000"/>
                </a:solidFill>
              </a:rPr>
              <a:t>CSW1</a:t>
            </a:r>
            <a:r>
              <a:rPr lang="ja-JP" altLang="en-US" sz="1800" dirty="0">
                <a:solidFill>
                  <a:srgbClr val="000000"/>
                </a:solidFill>
              </a:rPr>
              <a:t>を</a:t>
            </a:r>
            <a:r>
              <a:rPr lang="en-US" altLang="ja-JP" sz="1800" dirty="0">
                <a:solidFill>
                  <a:srgbClr val="000000"/>
                </a:solidFill>
              </a:rPr>
              <a:t>Active</a:t>
            </a:r>
            <a:r>
              <a:rPr lang="ja-JP" altLang="en-US" sz="1800" dirty="0">
                <a:solidFill>
                  <a:srgbClr val="000000"/>
                </a:solidFill>
              </a:rPr>
              <a:t>ルータとする</a:t>
            </a:r>
            <a:endParaRPr lang="en-US" altLang="ja-JP" sz="1800" dirty="0">
              <a:solidFill>
                <a:srgbClr val="000000"/>
              </a:solidFill>
            </a:endParaRPr>
          </a:p>
          <a:p>
            <a:pPr lvl="2">
              <a:buClr>
                <a:srgbClr val="000000"/>
              </a:buClr>
            </a:pPr>
            <a:r>
              <a:rPr lang="ja-JP" altLang="en-US" sz="1800" dirty="0"/>
              <a:t>ダウンタイムを短く設定し、障害検知を早め、プライオリティが小さい状態で</a:t>
            </a:r>
            <a:r>
              <a:rPr lang="en-US" altLang="ja-JP" sz="1800" dirty="0"/>
              <a:t>Active</a:t>
            </a:r>
            <a:r>
              <a:rPr lang="ja-JP" altLang="en-US" sz="1800" dirty="0"/>
              <a:t>を維持するのを防止する</a:t>
            </a:r>
            <a:endParaRPr kumimoji="1" lang="ja-JP" altLang="en-US" dirty="0"/>
          </a:p>
        </p:txBody>
      </p:sp>
      <p:sp>
        <p:nvSpPr>
          <p:cNvPr id="4" name="スライド番号プレースホルダー 3">
            <a:extLst>
              <a:ext uri="{FF2B5EF4-FFF2-40B4-BE49-F238E27FC236}">
                <a16:creationId xmlns:a16="http://schemas.microsoft.com/office/drawing/2014/main" id="{79DBA0C8-B725-3B9F-0164-9DF9C1512274}"/>
              </a:ext>
            </a:extLst>
          </p:cNvPr>
          <p:cNvSpPr>
            <a:spLocks noGrp="1"/>
          </p:cNvSpPr>
          <p:nvPr>
            <p:ph type="sldNum" sz="quarter" idx="10"/>
          </p:nvPr>
        </p:nvSpPr>
        <p:spPr/>
        <p:txBody>
          <a:bodyPr/>
          <a:lstStyle/>
          <a:p>
            <a:pPr>
              <a:defRPr/>
            </a:pPr>
            <a:fld id="{317FD5BC-56C6-4791-9AE8-E48ACCBD4B05}" type="slidenum">
              <a:rPr lang="ja-JP" altLang="en-US" smtClean="0"/>
              <a:pPr>
                <a:defRPr/>
              </a:pPr>
              <a:t>40</a:t>
            </a:fld>
            <a:endParaRPr lang="en-US" altLang="ja-JP" dirty="0"/>
          </a:p>
        </p:txBody>
      </p:sp>
      <p:sp>
        <p:nvSpPr>
          <p:cNvPr id="5" name="正方形/長方形 4">
            <a:extLst>
              <a:ext uri="{FF2B5EF4-FFF2-40B4-BE49-F238E27FC236}">
                <a16:creationId xmlns:a16="http://schemas.microsoft.com/office/drawing/2014/main" id="{A302DC51-0B05-57F7-9382-F11B067037ED}"/>
              </a:ext>
            </a:extLst>
          </p:cNvPr>
          <p:cNvSpPr/>
          <p:nvPr/>
        </p:nvSpPr>
        <p:spPr>
          <a:xfrm>
            <a:off x="231648" y="2877218"/>
            <a:ext cx="8656752" cy="257870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4029457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30832-8F73-D8E7-5C44-D4E6997912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5E5A82-2CD1-E4EB-516D-AD7F543AD9B9}"/>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～その他：可用性～</a:t>
            </a:r>
            <a:endParaRPr kumimoji="1" lang="ja-JP" altLang="en-US" dirty="0"/>
          </a:p>
        </p:txBody>
      </p:sp>
      <p:sp>
        <p:nvSpPr>
          <p:cNvPr id="4" name="スライド番号プレースホルダー 3">
            <a:extLst>
              <a:ext uri="{FF2B5EF4-FFF2-40B4-BE49-F238E27FC236}">
                <a16:creationId xmlns:a16="http://schemas.microsoft.com/office/drawing/2014/main" id="{36823FBE-C362-BA9B-7CDA-9539BAD8B529}"/>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41</a:t>
            </a:fld>
            <a:endParaRPr lang="en-US" altLang="ja-JP" dirty="0"/>
          </a:p>
        </p:txBody>
      </p:sp>
    </p:spTree>
    <p:extLst>
      <p:ext uri="{BB962C8B-B14F-4D97-AF65-F5344CB8AC3E}">
        <p14:creationId xmlns:p14="http://schemas.microsoft.com/office/powerpoint/2010/main" val="4238834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FFC57-F836-1323-A83D-261C1AACDA03}"/>
              </a:ext>
            </a:extLst>
          </p:cNvPr>
          <p:cNvSpPr>
            <a:spLocks noGrp="1"/>
          </p:cNvSpPr>
          <p:nvPr>
            <p:ph type="title"/>
          </p:nvPr>
        </p:nvSpPr>
        <p:spPr/>
        <p:txBody>
          <a:bodyPr/>
          <a:lstStyle/>
          <a:p>
            <a:r>
              <a:rPr lang="ja-JP" altLang="en-US" dirty="0"/>
              <a:t>その他ネットワーク設計④</a:t>
            </a:r>
            <a:endParaRPr kumimoji="1" lang="ja-JP" altLang="en-US" dirty="0"/>
          </a:p>
        </p:txBody>
      </p:sp>
      <p:sp>
        <p:nvSpPr>
          <p:cNvPr id="3" name="コンテンツ プレースホルダー 2">
            <a:extLst>
              <a:ext uri="{FF2B5EF4-FFF2-40B4-BE49-F238E27FC236}">
                <a16:creationId xmlns:a16="http://schemas.microsoft.com/office/drawing/2014/main" id="{81B88FF5-E9F9-B490-40BB-0F0789F4CDFE}"/>
              </a:ext>
            </a:extLst>
          </p:cNvPr>
          <p:cNvSpPr>
            <a:spLocks noGrp="1"/>
          </p:cNvSpPr>
          <p:nvPr>
            <p:ph idx="1"/>
          </p:nvPr>
        </p:nvSpPr>
        <p:spPr/>
        <p:txBody>
          <a:bodyPr/>
          <a:lstStyle/>
          <a:p>
            <a:r>
              <a:rPr lang="ja-JP" altLang="en-US" sz="2200" dirty="0"/>
              <a:t>可用性</a:t>
            </a:r>
            <a:endParaRPr lang="en-US" altLang="ja-JP" sz="2200" dirty="0"/>
          </a:p>
          <a:p>
            <a:pPr lvl="1"/>
            <a:r>
              <a:rPr lang="en-US" altLang="ja-JP" sz="2000" dirty="0"/>
              <a:t>DSW</a:t>
            </a:r>
            <a:r>
              <a:rPr lang="ja-JP" altLang="en-US" sz="2000" dirty="0"/>
              <a:t>間、</a:t>
            </a:r>
            <a:r>
              <a:rPr lang="en-US" altLang="ja-JP" sz="2000" dirty="0"/>
              <a:t>DSW-CSW</a:t>
            </a:r>
            <a:r>
              <a:rPr lang="ja-JP" altLang="en-US" sz="2000" dirty="0"/>
              <a:t>間のリンクはトラフィックが集中するため、物理リンクを最大の帯域で使用できるようにする</a:t>
            </a:r>
            <a:endParaRPr lang="en-US" altLang="ja-JP" sz="2000" dirty="0"/>
          </a:p>
          <a:p>
            <a:pPr lvl="2"/>
            <a:r>
              <a:rPr lang="ja-JP" altLang="en-US" sz="1800" dirty="0"/>
              <a:t>標準化されているプロトコルを使用する</a:t>
            </a:r>
            <a:endParaRPr lang="en-US" altLang="ja-JP" sz="1800" dirty="0"/>
          </a:p>
          <a:p>
            <a:pPr lvl="2"/>
            <a:r>
              <a:rPr lang="en-US" altLang="ja-JP" sz="1800" dirty="0"/>
              <a:t>DSW</a:t>
            </a:r>
            <a:r>
              <a:rPr lang="ja-JP" altLang="en-US" sz="1800" dirty="0"/>
              <a:t>間のリンクは送信元、宛先</a:t>
            </a:r>
            <a:r>
              <a:rPr lang="en-US" altLang="ja-JP" sz="1800" dirty="0"/>
              <a:t>MAC</a:t>
            </a:r>
            <a:r>
              <a:rPr lang="ja-JP" altLang="en-US" sz="1800" dirty="0"/>
              <a:t>アドレスに基づいて負荷分散させる仕様とする</a:t>
            </a:r>
            <a:endParaRPr lang="en-US" altLang="ja-JP" sz="1800" dirty="0"/>
          </a:p>
        </p:txBody>
      </p:sp>
      <p:sp>
        <p:nvSpPr>
          <p:cNvPr id="4" name="スライド番号プレースホルダー 3">
            <a:extLst>
              <a:ext uri="{FF2B5EF4-FFF2-40B4-BE49-F238E27FC236}">
                <a16:creationId xmlns:a16="http://schemas.microsoft.com/office/drawing/2014/main" id="{7061B829-FB69-FBA7-0ECA-AA586FBC9132}"/>
              </a:ext>
            </a:extLst>
          </p:cNvPr>
          <p:cNvSpPr>
            <a:spLocks noGrp="1"/>
          </p:cNvSpPr>
          <p:nvPr>
            <p:ph type="sldNum" sz="quarter" idx="10"/>
          </p:nvPr>
        </p:nvSpPr>
        <p:spPr/>
        <p:txBody>
          <a:bodyPr/>
          <a:lstStyle/>
          <a:p>
            <a:pPr>
              <a:defRPr/>
            </a:pPr>
            <a:fld id="{317FD5BC-56C6-4791-9AE8-E48ACCBD4B05}" type="slidenum">
              <a:rPr lang="ja-JP" altLang="en-US" smtClean="0"/>
              <a:pPr>
                <a:defRPr/>
              </a:pPr>
              <a:t>42</a:t>
            </a:fld>
            <a:endParaRPr lang="en-US" altLang="ja-JP" dirty="0"/>
          </a:p>
        </p:txBody>
      </p:sp>
      <p:sp>
        <p:nvSpPr>
          <p:cNvPr id="5" name="正方形/長方形 4">
            <a:extLst>
              <a:ext uri="{FF2B5EF4-FFF2-40B4-BE49-F238E27FC236}">
                <a16:creationId xmlns:a16="http://schemas.microsoft.com/office/drawing/2014/main" id="{E8631A54-363F-E5F5-95E3-372822B81CF8}"/>
              </a:ext>
            </a:extLst>
          </p:cNvPr>
          <p:cNvSpPr/>
          <p:nvPr/>
        </p:nvSpPr>
        <p:spPr>
          <a:xfrm>
            <a:off x="231648" y="2877218"/>
            <a:ext cx="8656752" cy="257870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1509365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08626-206F-C81B-B233-382C1F40C7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04556C-E150-9309-B0B5-3955CA3E2B7B}"/>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～その他：セキュリティ～</a:t>
            </a:r>
            <a:endParaRPr kumimoji="1" lang="ja-JP" altLang="en-US" dirty="0"/>
          </a:p>
        </p:txBody>
      </p:sp>
      <p:sp>
        <p:nvSpPr>
          <p:cNvPr id="4" name="スライド番号プレースホルダー 3">
            <a:extLst>
              <a:ext uri="{FF2B5EF4-FFF2-40B4-BE49-F238E27FC236}">
                <a16:creationId xmlns:a16="http://schemas.microsoft.com/office/drawing/2014/main" id="{4E1896CF-EE9E-C4B7-01CE-8939CD34F2D5}"/>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43</a:t>
            </a:fld>
            <a:endParaRPr lang="en-US" altLang="ja-JP" dirty="0"/>
          </a:p>
        </p:txBody>
      </p:sp>
    </p:spTree>
    <p:extLst>
      <p:ext uri="{BB962C8B-B14F-4D97-AF65-F5344CB8AC3E}">
        <p14:creationId xmlns:p14="http://schemas.microsoft.com/office/powerpoint/2010/main" val="435399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59F3-1EBB-A1FC-DE5E-04A7F74E07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07271-14B6-C328-970C-322BAF9DBA8E}"/>
              </a:ext>
            </a:extLst>
          </p:cNvPr>
          <p:cNvSpPr>
            <a:spLocks noGrp="1"/>
          </p:cNvSpPr>
          <p:nvPr>
            <p:ph type="title"/>
          </p:nvPr>
        </p:nvSpPr>
        <p:spPr/>
        <p:txBody>
          <a:bodyPr/>
          <a:lstStyle/>
          <a:p>
            <a:r>
              <a:rPr lang="ja-JP" altLang="en-US" dirty="0"/>
              <a:t>その他ネットワーク設計⑤</a:t>
            </a:r>
            <a:endParaRPr kumimoji="1" lang="ja-JP" altLang="en-US" dirty="0"/>
          </a:p>
        </p:txBody>
      </p:sp>
      <p:sp>
        <p:nvSpPr>
          <p:cNvPr id="3" name="コンテンツ プレースホルダー 2">
            <a:extLst>
              <a:ext uri="{FF2B5EF4-FFF2-40B4-BE49-F238E27FC236}">
                <a16:creationId xmlns:a16="http://schemas.microsoft.com/office/drawing/2014/main" id="{B0A14149-AEA1-6E7E-3BAF-4799964B62D0}"/>
              </a:ext>
            </a:extLst>
          </p:cNvPr>
          <p:cNvSpPr>
            <a:spLocks noGrp="1"/>
          </p:cNvSpPr>
          <p:nvPr>
            <p:ph idx="1"/>
          </p:nvPr>
        </p:nvSpPr>
        <p:spPr/>
        <p:txBody>
          <a:bodyPr/>
          <a:lstStyle/>
          <a:p>
            <a:r>
              <a:rPr lang="ja-JP" altLang="en-US" sz="2200" dirty="0"/>
              <a:t>セキュリティ</a:t>
            </a:r>
            <a:endParaRPr lang="en-US" altLang="ja-JP" sz="2200" dirty="0"/>
          </a:p>
          <a:p>
            <a:pPr lvl="1"/>
            <a:r>
              <a:rPr lang="en-US" altLang="ja-JP" sz="2000" dirty="0"/>
              <a:t>ASW</a:t>
            </a:r>
            <a:r>
              <a:rPr lang="ja-JP" altLang="en-US" sz="2000" dirty="0"/>
              <a:t>では不正な</a:t>
            </a:r>
            <a:r>
              <a:rPr lang="en-US" altLang="ja-JP" sz="2000" dirty="0"/>
              <a:t>DHCP</a:t>
            </a:r>
            <a:r>
              <a:rPr lang="ja-JP" altLang="en-US" sz="2000" dirty="0"/>
              <a:t>サーバーが接続されるのを防ぐ仕様とする</a:t>
            </a:r>
            <a:endParaRPr lang="en-US" altLang="ja-JP" sz="2000" dirty="0"/>
          </a:p>
          <a:p>
            <a:pPr lvl="1"/>
            <a:endParaRPr lang="en-US" altLang="ja-JP" sz="2000" dirty="0"/>
          </a:p>
          <a:p>
            <a:pPr lvl="1"/>
            <a:endParaRPr lang="en-US" altLang="ja-JP" sz="2000" dirty="0"/>
          </a:p>
          <a:p>
            <a:pPr lvl="1"/>
            <a:endParaRPr lang="en-US" altLang="ja-JP" sz="2000" dirty="0"/>
          </a:p>
          <a:p>
            <a:pPr lvl="1"/>
            <a:endParaRPr lang="en-US" altLang="ja-JP" sz="2000" dirty="0"/>
          </a:p>
          <a:p>
            <a:pPr lvl="1"/>
            <a:endParaRPr lang="en-US" altLang="ja-JP" sz="2000" dirty="0"/>
          </a:p>
          <a:p>
            <a:pPr lvl="1"/>
            <a:r>
              <a:rPr lang="ja-JP" altLang="en-US" sz="2000" dirty="0"/>
              <a:t>クライアント</a:t>
            </a:r>
            <a:r>
              <a:rPr lang="en-US" altLang="ja-JP" sz="2000" dirty="0"/>
              <a:t>PC</a:t>
            </a:r>
            <a:r>
              <a:rPr lang="ja-JP" altLang="en-US" sz="2000" dirty="0"/>
              <a:t>が接続されているポートは不正なホストが接続されるのを防ぐ仕様とする</a:t>
            </a:r>
            <a:endParaRPr lang="en-US" altLang="ja-JP" sz="2000" dirty="0"/>
          </a:p>
        </p:txBody>
      </p:sp>
      <p:sp>
        <p:nvSpPr>
          <p:cNvPr id="4" name="スライド番号プレースホルダー 3">
            <a:extLst>
              <a:ext uri="{FF2B5EF4-FFF2-40B4-BE49-F238E27FC236}">
                <a16:creationId xmlns:a16="http://schemas.microsoft.com/office/drawing/2014/main" id="{5B5D5DDB-A694-E53C-2EE4-6474F0360D23}"/>
              </a:ext>
            </a:extLst>
          </p:cNvPr>
          <p:cNvSpPr>
            <a:spLocks noGrp="1"/>
          </p:cNvSpPr>
          <p:nvPr>
            <p:ph type="sldNum" sz="quarter" idx="10"/>
          </p:nvPr>
        </p:nvSpPr>
        <p:spPr/>
        <p:txBody>
          <a:bodyPr/>
          <a:lstStyle/>
          <a:p>
            <a:pPr>
              <a:defRPr/>
            </a:pPr>
            <a:fld id="{317FD5BC-56C6-4791-9AE8-E48ACCBD4B05}" type="slidenum">
              <a:rPr lang="ja-JP" altLang="en-US" smtClean="0"/>
              <a:pPr>
                <a:defRPr/>
              </a:pPr>
              <a:t>44</a:t>
            </a:fld>
            <a:endParaRPr lang="en-US" altLang="ja-JP" dirty="0"/>
          </a:p>
        </p:txBody>
      </p:sp>
      <p:sp>
        <p:nvSpPr>
          <p:cNvPr id="5" name="正方形/長方形 4">
            <a:extLst>
              <a:ext uri="{FF2B5EF4-FFF2-40B4-BE49-F238E27FC236}">
                <a16:creationId xmlns:a16="http://schemas.microsoft.com/office/drawing/2014/main" id="{EB43B18C-AA09-7EE7-6D86-8976284D06F1}"/>
              </a:ext>
            </a:extLst>
          </p:cNvPr>
          <p:cNvSpPr/>
          <p:nvPr/>
        </p:nvSpPr>
        <p:spPr>
          <a:xfrm>
            <a:off x="231648" y="1454818"/>
            <a:ext cx="8656752" cy="156270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
        <p:nvSpPr>
          <p:cNvPr id="6" name="正方形/長方形 5">
            <a:extLst>
              <a:ext uri="{FF2B5EF4-FFF2-40B4-BE49-F238E27FC236}">
                <a16:creationId xmlns:a16="http://schemas.microsoft.com/office/drawing/2014/main" id="{68D2B935-95F8-EF41-8A0C-2062E6B5BFCE}"/>
              </a:ext>
            </a:extLst>
          </p:cNvPr>
          <p:cNvSpPr/>
          <p:nvPr/>
        </p:nvSpPr>
        <p:spPr>
          <a:xfrm>
            <a:off x="231648" y="4049728"/>
            <a:ext cx="8656752" cy="2066591"/>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2028795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31C5-63FB-8797-507B-A6E83E93EF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B2296B-8C58-58DE-8981-C2BB3479A9CB}"/>
              </a:ext>
            </a:extLst>
          </p:cNvPr>
          <p:cNvSpPr>
            <a:spLocks noGrp="1"/>
          </p:cNvSpPr>
          <p:nvPr>
            <p:ph type="title"/>
          </p:nvPr>
        </p:nvSpPr>
        <p:spPr/>
        <p:txBody>
          <a:bodyPr/>
          <a:lstStyle/>
          <a:p>
            <a:r>
              <a:rPr lang="ja-JP" altLang="en-US" dirty="0"/>
              <a:t>その他ネットワーク設計⑥</a:t>
            </a:r>
            <a:endParaRPr kumimoji="1" lang="ja-JP" altLang="en-US" dirty="0"/>
          </a:p>
        </p:txBody>
      </p:sp>
      <p:sp>
        <p:nvSpPr>
          <p:cNvPr id="3" name="コンテンツ プレースホルダー 2">
            <a:extLst>
              <a:ext uri="{FF2B5EF4-FFF2-40B4-BE49-F238E27FC236}">
                <a16:creationId xmlns:a16="http://schemas.microsoft.com/office/drawing/2014/main" id="{B49E9FD4-C0AB-FF79-54AD-354D0AA803D9}"/>
              </a:ext>
            </a:extLst>
          </p:cNvPr>
          <p:cNvSpPr>
            <a:spLocks noGrp="1"/>
          </p:cNvSpPr>
          <p:nvPr>
            <p:ph idx="1"/>
          </p:nvPr>
        </p:nvSpPr>
        <p:spPr/>
        <p:txBody>
          <a:bodyPr/>
          <a:lstStyle/>
          <a:p>
            <a:r>
              <a:rPr lang="ja-JP" altLang="en-US" sz="2200" dirty="0"/>
              <a:t>セキュリティ</a:t>
            </a:r>
            <a:endParaRPr lang="en-US" altLang="ja-JP" sz="2200" dirty="0"/>
          </a:p>
          <a:p>
            <a:pPr lvl="1"/>
            <a:r>
              <a:rPr lang="ja-JP" altLang="en-US" sz="2000" dirty="0"/>
              <a:t>クライアント</a:t>
            </a:r>
            <a:r>
              <a:rPr lang="en-US" altLang="ja-JP" sz="2000" dirty="0"/>
              <a:t>PC</a:t>
            </a:r>
            <a:r>
              <a:rPr lang="ja-JP" altLang="en-US" sz="2000" dirty="0"/>
              <a:t>側に</a:t>
            </a:r>
            <a:r>
              <a:rPr lang="en-US" altLang="ja-JP" sz="2000" dirty="0"/>
              <a:t>BPDU</a:t>
            </a:r>
            <a:r>
              <a:rPr lang="ja-JP" altLang="en-US" sz="2000" dirty="0"/>
              <a:t>が送信されるのを防ぐ仕様とする</a:t>
            </a:r>
            <a:endParaRPr lang="en-US" altLang="ja-JP" sz="2000" dirty="0">
              <a:solidFill>
                <a:srgbClr val="FF0000"/>
              </a:solidFill>
            </a:endParaRPr>
          </a:p>
          <a:p>
            <a:pPr lvl="1"/>
            <a:endParaRPr lang="en-US" altLang="ja-JP" sz="2000" dirty="0">
              <a:solidFill>
                <a:srgbClr val="FF0000"/>
              </a:solidFill>
            </a:endParaRPr>
          </a:p>
          <a:p>
            <a:pPr lvl="1"/>
            <a:endParaRPr lang="en-US" altLang="ja-JP" sz="2000" dirty="0">
              <a:solidFill>
                <a:srgbClr val="FF0000"/>
              </a:solidFill>
            </a:endParaRPr>
          </a:p>
          <a:p>
            <a:pPr lvl="1"/>
            <a:endParaRPr lang="en-US" altLang="ja-JP" sz="2000" dirty="0">
              <a:solidFill>
                <a:srgbClr val="FF0000"/>
              </a:solidFill>
            </a:endParaRPr>
          </a:p>
          <a:p>
            <a:pPr lvl="1"/>
            <a:endParaRPr lang="en-US" altLang="ja-JP" sz="2000" dirty="0">
              <a:solidFill>
                <a:srgbClr val="FF0000"/>
              </a:solidFill>
            </a:endParaRPr>
          </a:p>
          <a:p>
            <a:pPr lvl="1"/>
            <a:endParaRPr lang="en-US" altLang="ja-JP" sz="2000" dirty="0">
              <a:solidFill>
                <a:srgbClr val="FF0000"/>
              </a:solidFill>
            </a:endParaRPr>
          </a:p>
          <a:p>
            <a:pPr lvl="1"/>
            <a:r>
              <a:rPr lang="ja-JP" altLang="en-US" sz="2000" dirty="0"/>
              <a:t>クライアント</a:t>
            </a:r>
            <a:r>
              <a:rPr lang="en-US" altLang="ja-JP" sz="2000" dirty="0"/>
              <a:t>PC</a:t>
            </a:r>
            <a:r>
              <a:rPr lang="ja-JP" altLang="en-US" sz="2000" dirty="0"/>
              <a:t>から任意の宛先に対して</a:t>
            </a:r>
            <a:r>
              <a:rPr lang="en-US" altLang="ja-JP" sz="2000" dirty="0"/>
              <a:t>Telnet</a:t>
            </a:r>
            <a:r>
              <a:rPr lang="ja-JP" altLang="en-US" sz="2000" dirty="0"/>
              <a:t>セッションを禁止し、その他のトラフィックは全て許可するよう</a:t>
            </a:r>
            <a:r>
              <a:rPr lang="en-US" altLang="ja-JP" sz="2000" dirty="0"/>
              <a:t>DSW</a:t>
            </a:r>
            <a:r>
              <a:rPr lang="ja-JP" altLang="en-US" sz="2000" dirty="0"/>
              <a:t>で制御する（システム部クライアントは全てのアクセスを許可する）</a:t>
            </a:r>
            <a:endParaRPr kumimoji="1" lang="ja-JP" altLang="en-US" dirty="0"/>
          </a:p>
        </p:txBody>
      </p:sp>
      <p:sp>
        <p:nvSpPr>
          <p:cNvPr id="4" name="スライド番号プレースホルダー 3">
            <a:extLst>
              <a:ext uri="{FF2B5EF4-FFF2-40B4-BE49-F238E27FC236}">
                <a16:creationId xmlns:a16="http://schemas.microsoft.com/office/drawing/2014/main" id="{3CB83570-4615-1E56-9BB8-0D1F0FA6736C}"/>
              </a:ext>
            </a:extLst>
          </p:cNvPr>
          <p:cNvSpPr>
            <a:spLocks noGrp="1"/>
          </p:cNvSpPr>
          <p:nvPr>
            <p:ph type="sldNum" sz="quarter" idx="10"/>
          </p:nvPr>
        </p:nvSpPr>
        <p:spPr/>
        <p:txBody>
          <a:bodyPr/>
          <a:lstStyle/>
          <a:p>
            <a:pPr>
              <a:defRPr/>
            </a:pPr>
            <a:fld id="{317FD5BC-56C6-4791-9AE8-E48ACCBD4B05}" type="slidenum">
              <a:rPr lang="ja-JP" altLang="en-US" smtClean="0"/>
              <a:pPr>
                <a:defRPr/>
              </a:pPr>
              <a:t>45</a:t>
            </a:fld>
            <a:endParaRPr lang="en-US" altLang="ja-JP" dirty="0"/>
          </a:p>
        </p:txBody>
      </p:sp>
      <p:sp>
        <p:nvSpPr>
          <p:cNvPr id="5" name="正方形/長方形 4">
            <a:extLst>
              <a:ext uri="{FF2B5EF4-FFF2-40B4-BE49-F238E27FC236}">
                <a16:creationId xmlns:a16="http://schemas.microsoft.com/office/drawing/2014/main" id="{6074A006-1C5E-3FBB-6F38-B674C0FEA17C}"/>
              </a:ext>
            </a:extLst>
          </p:cNvPr>
          <p:cNvSpPr/>
          <p:nvPr/>
        </p:nvSpPr>
        <p:spPr>
          <a:xfrm>
            <a:off x="224448" y="1459297"/>
            <a:ext cx="8656752" cy="169030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　コマンドも示してください。</a:t>
            </a:r>
          </a:p>
        </p:txBody>
      </p:sp>
      <p:sp>
        <p:nvSpPr>
          <p:cNvPr id="6" name="正方形/長方形 5">
            <a:extLst>
              <a:ext uri="{FF2B5EF4-FFF2-40B4-BE49-F238E27FC236}">
                <a16:creationId xmlns:a16="http://schemas.microsoft.com/office/drawing/2014/main" id="{44B58535-BA3C-944B-4A0D-F7A7AE7C3CE1}"/>
              </a:ext>
            </a:extLst>
          </p:cNvPr>
          <p:cNvSpPr/>
          <p:nvPr/>
        </p:nvSpPr>
        <p:spPr>
          <a:xfrm>
            <a:off x="231648" y="4222448"/>
            <a:ext cx="8656752" cy="220883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10640819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636AF-0491-0DDC-AADF-FCE5D45B9D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E460B2-E504-6A30-EB60-194428852393}"/>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～その他：管理～</a:t>
            </a:r>
            <a:endParaRPr kumimoji="1" lang="ja-JP" altLang="en-US" dirty="0"/>
          </a:p>
        </p:txBody>
      </p:sp>
      <p:sp>
        <p:nvSpPr>
          <p:cNvPr id="4" name="スライド番号プレースホルダー 3">
            <a:extLst>
              <a:ext uri="{FF2B5EF4-FFF2-40B4-BE49-F238E27FC236}">
                <a16:creationId xmlns:a16="http://schemas.microsoft.com/office/drawing/2014/main" id="{EAF6EEA5-DE2F-F13D-87C0-DAC2FC67833E}"/>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46</a:t>
            </a:fld>
            <a:endParaRPr lang="en-US" altLang="ja-JP" dirty="0"/>
          </a:p>
        </p:txBody>
      </p:sp>
    </p:spTree>
    <p:extLst>
      <p:ext uri="{BB962C8B-B14F-4D97-AF65-F5344CB8AC3E}">
        <p14:creationId xmlns:p14="http://schemas.microsoft.com/office/powerpoint/2010/main" val="22940766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C6CE1-D7D0-5363-E6DF-7B4F07A7B177}"/>
              </a:ext>
            </a:extLst>
          </p:cNvPr>
          <p:cNvSpPr>
            <a:spLocks noGrp="1"/>
          </p:cNvSpPr>
          <p:nvPr>
            <p:ph type="title"/>
          </p:nvPr>
        </p:nvSpPr>
        <p:spPr/>
        <p:txBody>
          <a:bodyPr/>
          <a:lstStyle/>
          <a:p>
            <a:r>
              <a:rPr lang="ja-JP" altLang="en-US" dirty="0"/>
              <a:t>その他ネットワーク設計⑦</a:t>
            </a:r>
            <a:endParaRPr kumimoji="1" lang="ja-JP" altLang="en-US" dirty="0"/>
          </a:p>
        </p:txBody>
      </p:sp>
      <p:sp>
        <p:nvSpPr>
          <p:cNvPr id="3" name="コンテンツ プレースホルダー 2">
            <a:extLst>
              <a:ext uri="{FF2B5EF4-FFF2-40B4-BE49-F238E27FC236}">
                <a16:creationId xmlns:a16="http://schemas.microsoft.com/office/drawing/2014/main" id="{E7A2F4EA-87C3-46D7-2ADA-495E21007F3C}"/>
              </a:ext>
            </a:extLst>
          </p:cNvPr>
          <p:cNvSpPr>
            <a:spLocks noGrp="1"/>
          </p:cNvSpPr>
          <p:nvPr>
            <p:ph idx="1"/>
          </p:nvPr>
        </p:nvSpPr>
        <p:spPr/>
        <p:txBody>
          <a:bodyPr/>
          <a:lstStyle/>
          <a:p>
            <a:r>
              <a:rPr lang="ja-JP" altLang="en-US" sz="2400" dirty="0"/>
              <a:t>管理</a:t>
            </a:r>
            <a:endParaRPr lang="en-US" altLang="ja-JP" sz="2400" dirty="0"/>
          </a:p>
          <a:p>
            <a:pPr lvl="1"/>
            <a:r>
              <a:rPr lang="ja-JP" altLang="en-US" sz="2000" dirty="0"/>
              <a:t>すべてのデバイスに以下の管理機能を設定する</a:t>
            </a:r>
            <a:endParaRPr lang="en-US" altLang="ja-JP" sz="2000" dirty="0"/>
          </a:p>
          <a:p>
            <a:pPr lvl="2"/>
            <a:r>
              <a:rPr lang="en-US" altLang="ja-JP" sz="1800" dirty="0"/>
              <a:t>NTP</a:t>
            </a:r>
            <a:r>
              <a:rPr lang="ja-JP" altLang="en-US" sz="1800" dirty="0"/>
              <a:t>サーバーの指定</a:t>
            </a:r>
            <a:endParaRPr lang="en-US" altLang="ja-JP" sz="1800" dirty="0"/>
          </a:p>
          <a:p>
            <a:pPr lvl="3"/>
            <a:r>
              <a:rPr lang="en-US" altLang="ja-JP" sz="1600" dirty="0"/>
              <a:t>NTP</a:t>
            </a:r>
            <a:r>
              <a:rPr lang="ja-JP" altLang="en-US" sz="1600" dirty="0"/>
              <a:t>サーバーのアドレス：</a:t>
            </a:r>
            <a:r>
              <a:rPr lang="en-US" altLang="ja-JP" sz="1600" dirty="0"/>
              <a:t>10.1.100.1</a:t>
            </a:r>
          </a:p>
          <a:p>
            <a:pPr lvl="2"/>
            <a:r>
              <a:rPr lang="ja-JP" altLang="en-US" sz="1800" dirty="0"/>
              <a:t>タイムスタンプ</a:t>
            </a:r>
            <a:endParaRPr lang="en-US" altLang="ja-JP" sz="1800" dirty="0"/>
          </a:p>
          <a:p>
            <a:pPr lvl="3"/>
            <a:r>
              <a:rPr lang="en-US" altLang="ja-JP" sz="1600" dirty="0"/>
              <a:t>log</a:t>
            </a:r>
            <a:r>
              <a:rPr lang="ja-JP" altLang="en-US" sz="1600" dirty="0"/>
              <a:t>メッセージと</a:t>
            </a:r>
            <a:r>
              <a:rPr lang="en-US" altLang="ja-JP" sz="1600" dirty="0"/>
              <a:t>debug</a:t>
            </a:r>
            <a:r>
              <a:rPr lang="ja-JP" altLang="en-US" sz="1600" dirty="0"/>
              <a:t>メッセージで表示される時間を現在の時刻に設定</a:t>
            </a:r>
            <a:endParaRPr lang="en-US" altLang="ja-JP" sz="1600" dirty="0"/>
          </a:p>
          <a:p>
            <a:pPr lvl="2"/>
            <a:endParaRPr kumimoji="1" lang="ja-JP" altLang="en-US" dirty="0"/>
          </a:p>
        </p:txBody>
      </p:sp>
      <p:sp>
        <p:nvSpPr>
          <p:cNvPr id="4" name="スライド番号プレースホルダー 3">
            <a:extLst>
              <a:ext uri="{FF2B5EF4-FFF2-40B4-BE49-F238E27FC236}">
                <a16:creationId xmlns:a16="http://schemas.microsoft.com/office/drawing/2014/main" id="{F6671EC1-CB7E-51B8-4328-D177299A8AB4}"/>
              </a:ext>
            </a:extLst>
          </p:cNvPr>
          <p:cNvSpPr>
            <a:spLocks noGrp="1"/>
          </p:cNvSpPr>
          <p:nvPr>
            <p:ph type="sldNum" sz="quarter" idx="10"/>
          </p:nvPr>
        </p:nvSpPr>
        <p:spPr/>
        <p:txBody>
          <a:bodyPr/>
          <a:lstStyle/>
          <a:p>
            <a:pPr>
              <a:defRPr/>
            </a:pPr>
            <a:fld id="{317FD5BC-56C6-4791-9AE8-E48ACCBD4B05}" type="slidenum">
              <a:rPr lang="ja-JP" altLang="en-US" smtClean="0"/>
              <a:pPr>
                <a:defRPr/>
              </a:pPr>
              <a:t>47</a:t>
            </a:fld>
            <a:endParaRPr lang="en-US" altLang="ja-JP" dirty="0"/>
          </a:p>
        </p:txBody>
      </p:sp>
      <p:sp>
        <p:nvSpPr>
          <p:cNvPr id="5" name="正方形/長方形 4">
            <a:extLst>
              <a:ext uri="{FF2B5EF4-FFF2-40B4-BE49-F238E27FC236}">
                <a16:creationId xmlns:a16="http://schemas.microsoft.com/office/drawing/2014/main" id="{2B7D311D-40EA-25FC-AC8A-E6318B8D9E6C}"/>
              </a:ext>
            </a:extLst>
          </p:cNvPr>
          <p:cNvSpPr/>
          <p:nvPr/>
        </p:nvSpPr>
        <p:spPr>
          <a:xfrm>
            <a:off x="224448" y="2810577"/>
            <a:ext cx="8656752" cy="200526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Tree>
    <p:extLst>
      <p:ext uri="{BB962C8B-B14F-4D97-AF65-F5344CB8AC3E}">
        <p14:creationId xmlns:p14="http://schemas.microsoft.com/office/powerpoint/2010/main" val="3371421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F1BD9-D516-F05A-D7F7-491542E093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EBD270-4DF2-34BD-8C07-06B7BC72738B}"/>
              </a:ext>
            </a:extLst>
          </p:cNvPr>
          <p:cNvSpPr>
            <a:spLocks noGrp="1"/>
          </p:cNvSpPr>
          <p:nvPr>
            <p:ph type="title"/>
          </p:nvPr>
        </p:nvSpPr>
        <p:spPr/>
        <p:txBody>
          <a:bodyPr/>
          <a:lstStyle/>
          <a:p>
            <a:r>
              <a:rPr lang="ja-JP" altLang="en-US" dirty="0"/>
              <a:t>その他ネットワーク設計⑧</a:t>
            </a:r>
            <a:endParaRPr kumimoji="1" lang="ja-JP" altLang="en-US" dirty="0"/>
          </a:p>
        </p:txBody>
      </p:sp>
      <p:sp>
        <p:nvSpPr>
          <p:cNvPr id="3" name="コンテンツ プレースホルダー 2">
            <a:extLst>
              <a:ext uri="{FF2B5EF4-FFF2-40B4-BE49-F238E27FC236}">
                <a16:creationId xmlns:a16="http://schemas.microsoft.com/office/drawing/2014/main" id="{46B28FEF-DDBB-2466-70E6-3D418239FF0E}"/>
              </a:ext>
            </a:extLst>
          </p:cNvPr>
          <p:cNvSpPr>
            <a:spLocks noGrp="1"/>
          </p:cNvSpPr>
          <p:nvPr>
            <p:ph idx="1"/>
          </p:nvPr>
        </p:nvSpPr>
        <p:spPr/>
        <p:txBody>
          <a:bodyPr/>
          <a:lstStyle/>
          <a:p>
            <a:r>
              <a:rPr lang="ja-JP" altLang="en-US" sz="2400" dirty="0"/>
              <a:t>管理</a:t>
            </a:r>
            <a:endParaRPr lang="en-US" altLang="ja-JP" sz="2400" dirty="0"/>
          </a:p>
          <a:p>
            <a:pPr lvl="1"/>
            <a:r>
              <a:rPr lang="ja-JP" altLang="en-US" sz="2000" dirty="0"/>
              <a:t>すべてのデバイスに以下の管理機能を設定する</a:t>
            </a:r>
            <a:endParaRPr lang="en-US" altLang="ja-JP" sz="2000" dirty="0"/>
          </a:p>
          <a:p>
            <a:pPr lvl="2"/>
            <a:r>
              <a:rPr lang="en-US" altLang="ja-JP" sz="1800" dirty="0"/>
              <a:t>SNMP</a:t>
            </a:r>
            <a:r>
              <a:rPr lang="ja-JP" altLang="en-US" sz="1800" dirty="0"/>
              <a:t>（コミュニティ、</a:t>
            </a:r>
            <a:r>
              <a:rPr lang="en-US" altLang="ja-JP" sz="1800" dirty="0"/>
              <a:t>Trap</a:t>
            </a:r>
            <a:r>
              <a:rPr lang="ja-JP" altLang="en-US" sz="1800" dirty="0"/>
              <a:t>）</a:t>
            </a:r>
            <a:endParaRPr lang="en-US" altLang="ja-JP" sz="1800" dirty="0"/>
          </a:p>
          <a:p>
            <a:pPr lvl="3"/>
            <a:r>
              <a:rPr lang="ja-JP" altLang="en-US" sz="1600" dirty="0"/>
              <a:t>コミュニティ名：</a:t>
            </a:r>
            <a:r>
              <a:rPr lang="en-US" altLang="ja-JP" sz="1600" dirty="0"/>
              <a:t>TSHOOT</a:t>
            </a:r>
          </a:p>
          <a:p>
            <a:pPr lvl="3"/>
            <a:r>
              <a:rPr lang="ja-JP" altLang="en-US" sz="1600" dirty="0"/>
              <a:t>権限：</a:t>
            </a:r>
            <a:r>
              <a:rPr lang="en-US" altLang="ja-JP" sz="1600" dirty="0"/>
              <a:t>RW</a:t>
            </a:r>
          </a:p>
          <a:p>
            <a:pPr lvl="3"/>
            <a:r>
              <a:rPr lang="en-US" altLang="ja-JP" sz="1600" dirty="0"/>
              <a:t>Trap</a:t>
            </a:r>
            <a:r>
              <a:rPr lang="ja-JP" altLang="en-US" sz="1600" dirty="0"/>
              <a:t>を送信する宛先：</a:t>
            </a:r>
            <a:r>
              <a:rPr lang="en-US" altLang="ja-JP" sz="1600" dirty="0"/>
              <a:t>10.1.100.1</a:t>
            </a:r>
          </a:p>
          <a:p>
            <a:pPr lvl="3"/>
            <a:r>
              <a:rPr lang="en-US" altLang="ja-JP" sz="1600" dirty="0"/>
              <a:t>Loopback</a:t>
            </a:r>
            <a:r>
              <a:rPr lang="ja-JP" altLang="en-US" sz="1600" dirty="0"/>
              <a:t>インターフェイスを持つデバイスは送信元アドレスを</a:t>
            </a:r>
            <a:r>
              <a:rPr lang="en-US" altLang="ja-JP" sz="1600" dirty="0"/>
              <a:t>Loopback</a:t>
            </a:r>
            <a:r>
              <a:rPr lang="ja-JP" altLang="en-US" sz="1600" dirty="0"/>
              <a:t>のアドレスに設定</a:t>
            </a:r>
            <a:endParaRPr lang="en-US" altLang="ja-JP" sz="1600" dirty="0"/>
          </a:p>
          <a:p>
            <a:pPr lvl="2"/>
            <a:endParaRPr kumimoji="1" lang="ja-JP" altLang="en-US" dirty="0"/>
          </a:p>
        </p:txBody>
      </p:sp>
      <p:sp>
        <p:nvSpPr>
          <p:cNvPr id="4" name="スライド番号プレースホルダー 3">
            <a:extLst>
              <a:ext uri="{FF2B5EF4-FFF2-40B4-BE49-F238E27FC236}">
                <a16:creationId xmlns:a16="http://schemas.microsoft.com/office/drawing/2014/main" id="{AAD2F712-4B6E-F922-A359-13B4ACA9226C}"/>
              </a:ext>
            </a:extLst>
          </p:cNvPr>
          <p:cNvSpPr>
            <a:spLocks noGrp="1"/>
          </p:cNvSpPr>
          <p:nvPr>
            <p:ph type="sldNum" sz="quarter" idx="10"/>
          </p:nvPr>
        </p:nvSpPr>
        <p:spPr/>
        <p:txBody>
          <a:bodyPr/>
          <a:lstStyle/>
          <a:p>
            <a:pPr>
              <a:defRPr/>
            </a:pPr>
            <a:fld id="{317FD5BC-56C6-4791-9AE8-E48ACCBD4B05}" type="slidenum">
              <a:rPr lang="ja-JP" altLang="en-US" smtClean="0"/>
              <a:pPr>
                <a:defRPr/>
              </a:pPr>
              <a:t>48</a:t>
            </a:fld>
            <a:endParaRPr lang="en-US" altLang="ja-JP" dirty="0"/>
          </a:p>
        </p:txBody>
      </p:sp>
      <p:sp>
        <p:nvSpPr>
          <p:cNvPr id="5" name="正方形/長方形 4">
            <a:extLst>
              <a:ext uri="{FF2B5EF4-FFF2-40B4-BE49-F238E27FC236}">
                <a16:creationId xmlns:a16="http://schemas.microsoft.com/office/drawing/2014/main" id="{257198D2-B7FD-2DF7-3460-FAC299562182}"/>
              </a:ext>
            </a:extLst>
          </p:cNvPr>
          <p:cNvSpPr/>
          <p:nvPr/>
        </p:nvSpPr>
        <p:spPr>
          <a:xfrm>
            <a:off x="224448" y="3338897"/>
            <a:ext cx="8656752" cy="200526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Tree>
    <p:extLst>
      <p:ext uri="{BB962C8B-B14F-4D97-AF65-F5344CB8AC3E}">
        <p14:creationId xmlns:p14="http://schemas.microsoft.com/office/powerpoint/2010/main" val="2683151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1FD7-9606-32CF-7152-99E02FE607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0E02E9-27ED-6A93-1E30-D518AECCF40D}"/>
              </a:ext>
            </a:extLst>
          </p:cNvPr>
          <p:cNvSpPr>
            <a:spLocks noGrp="1"/>
          </p:cNvSpPr>
          <p:nvPr>
            <p:ph type="title"/>
          </p:nvPr>
        </p:nvSpPr>
        <p:spPr/>
        <p:txBody>
          <a:bodyPr/>
          <a:lstStyle/>
          <a:p>
            <a:r>
              <a:rPr lang="ja-JP" altLang="en-US" dirty="0"/>
              <a:t>その他ネットワーク設計⑨</a:t>
            </a:r>
            <a:endParaRPr kumimoji="1" lang="ja-JP" altLang="en-US" dirty="0"/>
          </a:p>
        </p:txBody>
      </p:sp>
      <p:sp>
        <p:nvSpPr>
          <p:cNvPr id="3" name="コンテンツ プレースホルダー 2">
            <a:extLst>
              <a:ext uri="{FF2B5EF4-FFF2-40B4-BE49-F238E27FC236}">
                <a16:creationId xmlns:a16="http://schemas.microsoft.com/office/drawing/2014/main" id="{24EE7161-05A8-860A-ACCA-057600A80451}"/>
              </a:ext>
            </a:extLst>
          </p:cNvPr>
          <p:cNvSpPr>
            <a:spLocks noGrp="1"/>
          </p:cNvSpPr>
          <p:nvPr>
            <p:ph idx="1"/>
          </p:nvPr>
        </p:nvSpPr>
        <p:spPr/>
        <p:txBody>
          <a:bodyPr/>
          <a:lstStyle/>
          <a:p>
            <a:r>
              <a:rPr lang="ja-JP" altLang="en-US" sz="2400" dirty="0"/>
              <a:t>管理</a:t>
            </a:r>
            <a:endParaRPr lang="en-US" altLang="ja-JP" sz="2400" dirty="0"/>
          </a:p>
          <a:p>
            <a:pPr lvl="1"/>
            <a:r>
              <a:rPr lang="ja-JP" altLang="en-US" sz="2000" dirty="0"/>
              <a:t>すべてのデバイスに以下の管理機能を設定する</a:t>
            </a:r>
            <a:endParaRPr lang="en-US" altLang="ja-JP" sz="2000" dirty="0"/>
          </a:p>
          <a:p>
            <a:pPr lvl="2"/>
            <a:r>
              <a:rPr lang="en-US" altLang="ja-JP" sz="1800" dirty="0"/>
              <a:t>Syslog</a:t>
            </a:r>
          </a:p>
          <a:p>
            <a:pPr lvl="3"/>
            <a:r>
              <a:rPr lang="en-US" altLang="ja-JP" sz="1600" dirty="0"/>
              <a:t>Syslog</a:t>
            </a:r>
            <a:r>
              <a:rPr lang="ja-JP" altLang="en-US" sz="1600" dirty="0"/>
              <a:t>サーバーのアドレス：</a:t>
            </a:r>
            <a:r>
              <a:rPr lang="en-US" altLang="ja-JP" sz="1600" dirty="0"/>
              <a:t>10.1.100.1</a:t>
            </a:r>
          </a:p>
          <a:p>
            <a:pPr lvl="3"/>
            <a:r>
              <a:rPr lang="en-US" altLang="ja-JP" sz="1600" dirty="0"/>
              <a:t>Loopback</a:t>
            </a:r>
            <a:r>
              <a:rPr lang="ja-JP" altLang="en-US" sz="1600" dirty="0"/>
              <a:t>インターフェイスを持つデバイスは送信元アドレスを</a:t>
            </a:r>
            <a:r>
              <a:rPr lang="en-US" altLang="ja-JP" sz="1600" dirty="0"/>
              <a:t>Loopback</a:t>
            </a:r>
            <a:r>
              <a:rPr lang="ja-JP" altLang="en-US" sz="1600" dirty="0"/>
              <a:t>のアドレスに設定</a:t>
            </a:r>
            <a:endParaRPr lang="en-US" altLang="ja-JP" sz="1600" dirty="0"/>
          </a:p>
          <a:p>
            <a:pPr lvl="3"/>
            <a:endParaRPr lang="en-US" altLang="ja-JP" sz="1600" dirty="0"/>
          </a:p>
          <a:p>
            <a:pPr lvl="3"/>
            <a:endParaRPr lang="en-US" altLang="ja-JP" sz="1600" dirty="0"/>
          </a:p>
          <a:p>
            <a:pPr lvl="3"/>
            <a:endParaRPr lang="en-US" altLang="ja-JP" sz="1600" dirty="0"/>
          </a:p>
          <a:p>
            <a:pPr lvl="3"/>
            <a:endParaRPr lang="en-US" altLang="ja-JP" sz="1600" dirty="0"/>
          </a:p>
          <a:p>
            <a:pPr lvl="3"/>
            <a:endParaRPr lang="en-US" altLang="ja-JP" sz="1600" dirty="0"/>
          </a:p>
          <a:p>
            <a:pPr lvl="3"/>
            <a:endParaRPr lang="en-US" altLang="ja-JP" sz="1600" dirty="0"/>
          </a:p>
          <a:p>
            <a:pPr lvl="2"/>
            <a:r>
              <a:rPr lang="en-US" altLang="ja-JP" sz="1800" dirty="0"/>
              <a:t>VTY</a:t>
            </a:r>
            <a:r>
              <a:rPr lang="ja-JP" altLang="en-US" sz="1800" dirty="0"/>
              <a:t>パスワード、特権パスワード（</a:t>
            </a:r>
            <a:r>
              <a:rPr lang="en-US" altLang="ja-JP" sz="1800" dirty="0"/>
              <a:t>enable secret</a:t>
            </a:r>
            <a:r>
              <a:rPr lang="ja-JP" altLang="en-US" sz="1800" dirty="0"/>
              <a:t>）</a:t>
            </a:r>
            <a:endParaRPr lang="en-US" altLang="ja-JP" sz="1800" dirty="0"/>
          </a:p>
          <a:p>
            <a:pPr lvl="3"/>
            <a:r>
              <a:rPr lang="ja-JP" altLang="en-US" sz="1600" dirty="0"/>
              <a:t>パスワード：</a:t>
            </a:r>
            <a:r>
              <a:rPr lang="en-US" altLang="ja-JP" sz="1600" dirty="0"/>
              <a:t>cisco123</a:t>
            </a:r>
            <a:endParaRPr kumimoji="1" lang="ja-JP" altLang="en-US" dirty="0"/>
          </a:p>
        </p:txBody>
      </p:sp>
      <p:sp>
        <p:nvSpPr>
          <p:cNvPr id="4" name="スライド番号プレースホルダー 3">
            <a:extLst>
              <a:ext uri="{FF2B5EF4-FFF2-40B4-BE49-F238E27FC236}">
                <a16:creationId xmlns:a16="http://schemas.microsoft.com/office/drawing/2014/main" id="{A2F5FECD-EC65-F697-AA4B-E3ADB859665E}"/>
              </a:ext>
            </a:extLst>
          </p:cNvPr>
          <p:cNvSpPr>
            <a:spLocks noGrp="1"/>
          </p:cNvSpPr>
          <p:nvPr>
            <p:ph type="sldNum" sz="quarter" idx="10"/>
          </p:nvPr>
        </p:nvSpPr>
        <p:spPr/>
        <p:txBody>
          <a:bodyPr/>
          <a:lstStyle/>
          <a:p>
            <a:pPr>
              <a:defRPr/>
            </a:pPr>
            <a:fld id="{317FD5BC-56C6-4791-9AE8-E48ACCBD4B05}" type="slidenum">
              <a:rPr lang="ja-JP" altLang="en-US" smtClean="0"/>
              <a:pPr>
                <a:defRPr/>
              </a:pPr>
              <a:t>49</a:t>
            </a:fld>
            <a:endParaRPr lang="en-US" altLang="ja-JP" dirty="0"/>
          </a:p>
        </p:txBody>
      </p:sp>
      <p:sp>
        <p:nvSpPr>
          <p:cNvPr id="5" name="正方形/長方形 4">
            <a:extLst>
              <a:ext uri="{FF2B5EF4-FFF2-40B4-BE49-F238E27FC236}">
                <a16:creationId xmlns:a16="http://schemas.microsoft.com/office/drawing/2014/main" id="{4957A800-7D38-7465-54A6-6F633A63F7E1}"/>
              </a:ext>
            </a:extLst>
          </p:cNvPr>
          <p:cNvSpPr/>
          <p:nvPr/>
        </p:nvSpPr>
        <p:spPr>
          <a:xfrm>
            <a:off x="224448" y="2637857"/>
            <a:ext cx="8656752" cy="160902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
        <p:nvSpPr>
          <p:cNvPr id="6" name="正方形/長方形 5">
            <a:extLst>
              <a:ext uri="{FF2B5EF4-FFF2-40B4-BE49-F238E27FC236}">
                <a16:creationId xmlns:a16="http://schemas.microsoft.com/office/drawing/2014/main" id="{5DB99116-35BF-9C1B-0954-E763664335B5}"/>
              </a:ext>
            </a:extLst>
          </p:cNvPr>
          <p:cNvSpPr/>
          <p:nvPr/>
        </p:nvSpPr>
        <p:spPr>
          <a:xfrm>
            <a:off x="221488" y="5015298"/>
            <a:ext cx="8656752" cy="1385760"/>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Tree>
    <p:extLst>
      <p:ext uri="{BB962C8B-B14F-4D97-AF65-F5344CB8AC3E}">
        <p14:creationId xmlns:p14="http://schemas.microsoft.com/office/powerpoint/2010/main" val="2174274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25CBC-E6FD-2E79-B3CC-1E0C756637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3E0D86-B39F-F230-92B2-BD564F6522EF}"/>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～拠点間接続設計～</a:t>
            </a:r>
            <a:endParaRPr kumimoji="1" lang="ja-JP" altLang="en-US" dirty="0"/>
          </a:p>
        </p:txBody>
      </p:sp>
      <p:sp>
        <p:nvSpPr>
          <p:cNvPr id="4" name="スライド番号プレースホルダー 3">
            <a:extLst>
              <a:ext uri="{FF2B5EF4-FFF2-40B4-BE49-F238E27FC236}">
                <a16:creationId xmlns:a16="http://schemas.microsoft.com/office/drawing/2014/main" id="{4EF1D4A8-D805-8E4A-BCC0-1B749A12D6E4}"/>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50</a:t>
            </a:fld>
            <a:endParaRPr lang="en-US" altLang="ja-JP" dirty="0"/>
          </a:p>
        </p:txBody>
      </p:sp>
    </p:spTree>
    <p:extLst>
      <p:ext uri="{BB962C8B-B14F-4D97-AF65-F5344CB8AC3E}">
        <p14:creationId xmlns:p14="http://schemas.microsoft.com/office/powerpoint/2010/main" val="1059942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6F41CF-EFE0-E95A-23DE-8D6DBAC2EB81}"/>
              </a:ext>
            </a:extLst>
          </p:cNvPr>
          <p:cNvSpPr>
            <a:spLocks noGrp="1"/>
          </p:cNvSpPr>
          <p:nvPr>
            <p:ph type="title"/>
          </p:nvPr>
        </p:nvSpPr>
        <p:spPr/>
        <p:txBody>
          <a:bodyPr/>
          <a:lstStyle/>
          <a:p>
            <a:r>
              <a:rPr lang="ja-JP" altLang="en-US" dirty="0"/>
              <a:t>拠点間接続設計①</a:t>
            </a:r>
            <a:endParaRPr kumimoji="1" lang="ja-JP" altLang="en-US" dirty="0"/>
          </a:p>
        </p:txBody>
      </p:sp>
      <p:sp>
        <p:nvSpPr>
          <p:cNvPr id="3" name="コンテンツ プレースホルダー 2">
            <a:extLst>
              <a:ext uri="{FF2B5EF4-FFF2-40B4-BE49-F238E27FC236}">
                <a16:creationId xmlns:a16="http://schemas.microsoft.com/office/drawing/2014/main" id="{B083A727-98AC-4B20-FFDA-7F279D89A6F0}"/>
              </a:ext>
            </a:extLst>
          </p:cNvPr>
          <p:cNvSpPr>
            <a:spLocks noGrp="1"/>
          </p:cNvSpPr>
          <p:nvPr>
            <p:ph idx="1"/>
          </p:nvPr>
        </p:nvSpPr>
        <p:spPr/>
        <p:txBody>
          <a:bodyPr/>
          <a:lstStyle/>
          <a:p>
            <a:r>
              <a:rPr lang="ja-JP" altLang="en-US" sz="2400" dirty="0"/>
              <a:t>通信サービスは</a:t>
            </a:r>
            <a:r>
              <a:rPr lang="en-US" altLang="ja-JP" sz="2400" dirty="0"/>
              <a:t>IP-VPN</a:t>
            </a:r>
            <a:r>
              <a:rPr lang="ja-JP" altLang="en-US" sz="2400" dirty="0"/>
              <a:t>網を使用して拠点間接続をする</a:t>
            </a:r>
            <a:endParaRPr lang="en-US" altLang="ja-JP" sz="2400" dirty="0"/>
          </a:p>
          <a:p>
            <a:r>
              <a:rPr lang="en-US" altLang="ja-JP" sz="2400" dirty="0"/>
              <a:t>R1</a:t>
            </a:r>
            <a:r>
              <a:rPr lang="ja-JP" altLang="en-US" sz="2400" dirty="0"/>
              <a:t>、</a:t>
            </a:r>
            <a:r>
              <a:rPr lang="en-US" altLang="ja-JP" sz="2400" dirty="0"/>
              <a:t>R2</a:t>
            </a:r>
            <a:r>
              <a:rPr lang="ja-JP" altLang="en-US" sz="2400" dirty="0"/>
              <a:t>は</a:t>
            </a:r>
            <a:r>
              <a:rPr lang="en-US" altLang="ja-JP" sz="2400" dirty="0"/>
              <a:t>BGP</a:t>
            </a:r>
            <a:r>
              <a:rPr lang="ja-JP" altLang="en-US" sz="2400" dirty="0"/>
              <a:t>を使用して</a:t>
            </a:r>
            <a:r>
              <a:rPr lang="en-US" altLang="ja-JP" sz="2400" dirty="0"/>
              <a:t>IP-VPN</a:t>
            </a:r>
            <a:r>
              <a:rPr lang="ja-JP" altLang="en-US" sz="2400" dirty="0"/>
              <a:t>網と接続する</a:t>
            </a:r>
            <a:endParaRPr lang="en-US" altLang="ja-JP" sz="2400" dirty="0"/>
          </a:p>
          <a:p>
            <a:pPr lvl="1"/>
            <a:r>
              <a:rPr lang="en-US" altLang="ja-JP" sz="2200" dirty="0"/>
              <a:t>R1</a:t>
            </a:r>
            <a:r>
              <a:rPr lang="ja-JP" altLang="en-US" sz="2200" dirty="0"/>
              <a:t>接続条件</a:t>
            </a:r>
            <a:endParaRPr lang="en-US" altLang="ja-JP" sz="2200" dirty="0"/>
          </a:p>
          <a:p>
            <a:pPr lvl="2"/>
            <a:r>
              <a:rPr lang="en-US" altLang="ja-JP" dirty="0"/>
              <a:t>IP-VPN</a:t>
            </a:r>
            <a:r>
              <a:rPr lang="ja-JP" altLang="en-US" dirty="0"/>
              <a:t>網側のアドレス：</a:t>
            </a:r>
            <a:r>
              <a:rPr lang="en-US" altLang="ja-JP" dirty="0"/>
              <a:t>192.168.11.2/30</a:t>
            </a:r>
          </a:p>
          <a:p>
            <a:pPr lvl="2"/>
            <a:r>
              <a:rPr lang="ja-JP" altLang="en-US" dirty="0"/>
              <a:t>自</a:t>
            </a:r>
            <a:r>
              <a:rPr lang="en-US" altLang="ja-JP" dirty="0"/>
              <a:t>AS</a:t>
            </a:r>
            <a:r>
              <a:rPr lang="ja-JP" altLang="en-US" dirty="0"/>
              <a:t>番号：</a:t>
            </a:r>
            <a:r>
              <a:rPr lang="en-US" altLang="ja-JP" dirty="0"/>
              <a:t>65001</a:t>
            </a:r>
          </a:p>
          <a:p>
            <a:pPr lvl="2"/>
            <a:r>
              <a:rPr lang="ja-JP" altLang="en-US" dirty="0"/>
              <a:t>ネイバーアドレス：</a:t>
            </a:r>
            <a:r>
              <a:rPr lang="en-US" altLang="ja-JP" dirty="0"/>
              <a:t>192.168.11.1</a:t>
            </a:r>
          </a:p>
          <a:p>
            <a:pPr lvl="2"/>
            <a:r>
              <a:rPr lang="ja-JP" altLang="en-US" dirty="0"/>
              <a:t>ネイバー</a:t>
            </a:r>
            <a:r>
              <a:rPr lang="en-US" altLang="ja-JP" dirty="0"/>
              <a:t>AS</a:t>
            </a:r>
            <a:r>
              <a:rPr lang="ja-JP" altLang="en-US" dirty="0"/>
              <a:t>番号：</a:t>
            </a:r>
            <a:r>
              <a:rPr lang="en-US" altLang="ja-JP" dirty="0"/>
              <a:t>64999</a:t>
            </a:r>
          </a:p>
          <a:p>
            <a:pPr lvl="2"/>
            <a:r>
              <a:rPr lang="ja-JP" altLang="en-US" dirty="0"/>
              <a:t>認証パスワード：</a:t>
            </a:r>
            <a:r>
              <a:rPr lang="en-US" altLang="ja-JP" dirty="0"/>
              <a:t>cisco123</a:t>
            </a:r>
          </a:p>
          <a:p>
            <a:pPr lvl="1"/>
            <a:endParaRPr kumimoji="1" lang="ja-JP" altLang="en-US" dirty="0"/>
          </a:p>
        </p:txBody>
      </p:sp>
      <p:sp>
        <p:nvSpPr>
          <p:cNvPr id="4" name="スライド番号プレースホルダー 3">
            <a:extLst>
              <a:ext uri="{FF2B5EF4-FFF2-40B4-BE49-F238E27FC236}">
                <a16:creationId xmlns:a16="http://schemas.microsoft.com/office/drawing/2014/main" id="{6CEC54DA-03C5-E543-1807-3C76B341947F}"/>
              </a:ext>
            </a:extLst>
          </p:cNvPr>
          <p:cNvSpPr>
            <a:spLocks noGrp="1"/>
          </p:cNvSpPr>
          <p:nvPr>
            <p:ph type="sldNum" sz="quarter" idx="10"/>
          </p:nvPr>
        </p:nvSpPr>
        <p:spPr/>
        <p:txBody>
          <a:bodyPr/>
          <a:lstStyle/>
          <a:p>
            <a:pPr>
              <a:defRPr/>
            </a:pPr>
            <a:fld id="{317FD5BC-56C6-4791-9AE8-E48ACCBD4B05}" type="slidenum">
              <a:rPr lang="ja-JP" altLang="en-US" smtClean="0"/>
              <a:pPr>
                <a:defRPr/>
              </a:pPr>
              <a:t>51</a:t>
            </a:fld>
            <a:endParaRPr lang="en-US" altLang="ja-JP" dirty="0"/>
          </a:p>
        </p:txBody>
      </p:sp>
      <p:sp>
        <p:nvSpPr>
          <p:cNvPr id="5" name="正方形/長方形 4">
            <a:extLst>
              <a:ext uri="{FF2B5EF4-FFF2-40B4-BE49-F238E27FC236}">
                <a16:creationId xmlns:a16="http://schemas.microsoft.com/office/drawing/2014/main" id="{76994528-2150-7954-14A6-04E2462AB0A1}"/>
              </a:ext>
            </a:extLst>
          </p:cNvPr>
          <p:cNvSpPr/>
          <p:nvPr/>
        </p:nvSpPr>
        <p:spPr>
          <a:xfrm>
            <a:off x="224448" y="3958657"/>
            <a:ext cx="8656752" cy="241166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Tree>
    <p:extLst>
      <p:ext uri="{BB962C8B-B14F-4D97-AF65-F5344CB8AC3E}">
        <p14:creationId xmlns:p14="http://schemas.microsoft.com/office/powerpoint/2010/main" val="13686649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C64F5-992E-5865-AC5D-6460E073F7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EFC032-733E-90AE-0685-7AB0AA138765}"/>
              </a:ext>
            </a:extLst>
          </p:cNvPr>
          <p:cNvSpPr>
            <a:spLocks noGrp="1"/>
          </p:cNvSpPr>
          <p:nvPr>
            <p:ph type="title"/>
          </p:nvPr>
        </p:nvSpPr>
        <p:spPr/>
        <p:txBody>
          <a:bodyPr/>
          <a:lstStyle/>
          <a:p>
            <a:r>
              <a:rPr lang="ja-JP" altLang="en-US" dirty="0"/>
              <a:t>拠点間接続設計②</a:t>
            </a:r>
            <a:endParaRPr kumimoji="1" lang="ja-JP" altLang="en-US" dirty="0"/>
          </a:p>
        </p:txBody>
      </p:sp>
      <p:sp>
        <p:nvSpPr>
          <p:cNvPr id="3" name="コンテンツ プレースホルダー 2">
            <a:extLst>
              <a:ext uri="{FF2B5EF4-FFF2-40B4-BE49-F238E27FC236}">
                <a16:creationId xmlns:a16="http://schemas.microsoft.com/office/drawing/2014/main" id="{A2B6F726-44B5-FBAD-783F-B098224D2B9E}"/>
              </a:ext>
            </a:extLst>
          </p:cNvPr>
          <p:cNvSpPr>
            <a:spLocks noGrp="1"/>
          </p:cNvSpPr>
          <p:nvPr>
            <p:ph idx="1"/>
          </p:nvPr>
        </p:nvSpPr>
        <p:spPr/>
        <p:txBody>
          <a:bodyPr/>
          <a:lstStyle/>
          <a:p>
            <a:r>
              <a:rPr lang="ja-JP" altLang="en-US" sz="2400" dirty="0"/>
              <a:t>通信サービスは</a:t>
            </a:r>
            <a:r>
              <a:rPr lang="en-US" altLang="ja-JP" sz="2400" dirty="0"/>
              <a:t>IP-VPN</a:t>
            </a:r>
            <a:r>
              <a:rPr lang="ja-JP" altLang="en-US" sz="2400" dirty="0"/>
              <a:t>網を使用して拠点間接続をする</a:t>
            </a:r>
            <a:endParaRPr lang="en-US" altLang="ja-JP" sz="2400" dirty="0"/>
          </a:p>
          <a:p>
            <a:r>
              <a:rPr lang="en-US" altLang="ja-JP" sz="2400" dirty="0"/>
              <a:t>R1</a:t>
            </a:r>
            <a:r>
              <a:rPr lang="ja-JP" altLang="en-US" sz="2400" dirty="0"/>
              <a:t>、</a:t>
            </a:r>
            <a:r>
              <a:rPr lang="en-US" altLang="ja-JP" sz="2400" dirty="0"/>
              <a:t>R2</a:t>
            </a:r>
            <a:r>
              <a:rPr lang="ja-JP" altLang="en-US" sz="2400" dirty="0"/>
              <a:t>は</a:t>
            </a:r>
            <a:r>
              <a:rPr lang="en-US" altLang="ja-JP" sz="2400" dirty="0"/>
              <a:t>BGP</a:t>
            </a:r>
            <a:r>
              <a:rPr lang="ja-JP" altLang="en-US" sz="2400" dirty="0"/>
              <a:t>を使用して</a:t>
            </a:r>
            <a:r>
              <a:rPr lang="en-US" altLang="ja-JP" sz="2400" dirty="0"/>
              <a:t>IP-VPN</a:t>
            </a:r>
            <a:r>
              <a:rPr lang="ja-JP" altLang="en-US" sz="2400" dirty="0"/>
              <a:t>網と接続する</a:t>
            </a:r>
            <a:endParaRPr lang="en-US" altLang="ja-JP" sz="2400" dirty="0"/>
          </a:p>
          <a:p>
            <a:pPr lvl="1"/>
            <a:r>
              <a:rPr lang="en-US" altLang="ja-JP" sz="2200" dirty="0"/>
              <a:t>R2</a:t>
            </a:r>
            <a:r>
              <a:rPr lang="ja-JP" altLang="en-US" sz="2200" dirty="0"/>
              <a:t>接続条件</a:t>
            </a:r>
            <a:endParaRPr lang="en-US" altLang="ja-JP" sz="2200" dirty="0"/>
          </a:p>
          <a:p>
            <a:pPr lvl="2"/>
            <a:r>
              <a:rPr lang="en-US" altLang="ja-JP" dirty="0"/>
              <a:t>IP-VPN</a:t>
            </a:r>
            <a:r>
              <a:rPr lang="ja-JP" altLang="en-US" dirty="0"/>
              <a:t>網側のアドレス：</a:t>
            </a:r>
            <a:r>
              <a:rPr lang="en-US" altLang="ja-JP" dirty="0"/>
              <a:t>192.168.12.2/30</a:t>
            </a:r>
          </a:p>
          <a:p>
            <a:pPr lvl="2"/>
            <a:r>
              <a:rPr lang="ja-JP" altLang="en-US" dirty="0"/>
              <a:t>自</a:t>
            </a:r>
            <a:r>
              <a:rPr lang="en-US" altLang="ja-JP" dirty="0"/>
              <a:t>AS</a:t>
            </a:r>
            <a:r>
              <a:rPr lang="ja-JP" altLang="en-US" dirty="0"/>
              <a:t>番号：</a:t>
            </a:r>
            <a:r>
              <a:rPr lang="en-US" altLang="ja-JP" dirty="0"/>
              <a:t>65001</a:t>
            </a:r>
          </a:p>
          <a:p>
            <a:pPr lvl="2"/>
            <a:r>
              <a:rPr lang="ja-JP" altLang="en-US" dirty="0"/>
              <a:t>ネイバーアドレス：</a:t>
            </a:r>
            <a:r>
              <a:rPr lang="en-US" altLang="ja-JP" dirty="0"/>
              <a:t>192.168.12.1</a:t>
            </a:r>
          </a:p>
          <a:p>
            <a:pPr lvl="2"/>
            <a:r>
              <a:rPr lang="ja-JP" altLang="en-US" dirty="0"/>
              <a:t>ネイバー</a:t>
            </a:r>
            <a:r>
              <a:rPr lang="en-US" altLang="ja-JP" dirty="0"/>
              <a:t>AS</a:t>
            </a:r>
            <a:r>
              <a:rPr lang="ja-JP" altLang="en-US" dirty="0"/>
              <a:t>番号：</a:t>
            </a:r>
            <a:r>
              <a:rPr lang="en-US" altLang="ja-JP" dirty="0"/>
              <a:t>64999</a:t>
            </a:r>
          </a:p>
          <a:p>
            <a:pPr lvl="2"/>
            <a:r>
              <a:rPr lang="ja-JP" altLang="en-US" dirty="0"/>
              <a:t>認証パスワード：</a:t>
            </a:r>
            <a:r>
              <a:rPr lang="en-US" altLang="ja-JP" dirty="0"/>
              <a:t>cisco123</a:t>
            </a:r>
            <a:endParaRPr kumimoji="1" lang="ja-JP" altLang="en-US" dirty="0"/>
          </a:p>
        </p:txBody>
      </p:sp>
      <p:sp>
        <p:nvSpPr>
          <p:cNvPr id="4" name="スライド番号プレースホルダー 3">
            <a:extLst>
              <a:ext uri="{FF2B5EF4-FFF2-40B4-BE49-F238E27FC236}">
                <a16:creationId xmlns:a16="http://schemas.microsoft.com/office/drawing/2014/main" id="{98518E71-34FA-F2CB-A749-6F79A3811AA2}"/>
              </a:ext>
            </a:extLst>
          </p:cNvPr>
          <p:cNvSpPr>
            <a:spLocks noGrp="1"/>
          </p:cNvSpPr>
          <p:nvPr>
            <p:ph type="sldNum" sz="quarter" idx="10"/>
          </p:nvPr>
        </p:nvSpPr>
        <p:spPr/>
        <p:txBody>
          <a:bodyPr/>
          <a:lstStyle/>
          <a:p>
            <a:pPr>
              <a:defRPr/>
            </a:pPr>
            <a:fld id="{317FD5BC-56C6-4791-9AE8-E48ACCBD4B05}" type="slidenum">
              <a:rPr lang="ja-JP" altLang="en-US" smtClean="0"/>
              <a:pPr>
                <a:defRPr/>
              </a:pPr>
              <a:t>52</a:t>
            </a:fld>
            <a:endParaRPr lang="en-US" altLang="ja-JP" dirty="0"/>
          </a:p>
        </p:txBody>
      </p:sp>
      <p:sp>
        <p:nvSpPr>
          <p:cNvPr id="5" name="正方形/長方形 4">
            <a:extLst>
              <a:ext uri="{FF2B5EF4-FFF2-40B4-BE49-F238E27FC236}">
                <a16:creationId xmlns:a16="http://schemas.microsoft.com/office/drawing/2014/main" id="{EF12F2C7-B5B9-887A-CCA2-0C99AE03FF77}"/>
              </a:ext>
            </a:extLst>
          </p:cNvPr>
          <p:cNvSpPr/>
          <p:nvPr/>
        </p:nvSpPr>
        <p:spPr>
          <a:xfrm>
            <a:off x="224448" y="3958657"/>
            <a:ext cx="8656752" cy="2411663"/>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設定するコマンドを示してください。</a:t>
            </a:r>
          </a:p>
        </p:txBody>
      </p:sp>
    </p:spTree>
    <p:extLst>
      <p:ext uri="{BB962C8B-B14F-4D97-AF65-F5344CB8AC3E}">
        <p14:creationId xmlns:p14="http://schemas.microsoft.com/office/powerpoint/2010/main" val="31292969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D243E5-5518-9E13-B71A-B3AF76E096F3}"/>
              </a:ext>
            </a:extLst>
          </p:cNvPr>
          <p:cNvSpPr>
            <a:spLocks noGrp="1"/>
          </p:cNvSpPr>
          <p:nvPr>
            <p:ph type="title"/>
          </p:nvPr>
        </p:nvSpPr>
        <p:spPr/>
        <p:txBody>
          <a:bodyPr/>
          <a:lstStyle/>
          <a:p>
            <a:r>
              <a:rPr lang="ja-JP" altLang="en-US" dirty="0"/>
              <a:t>拠点間接続設計③</a:t>
            </a:r>
            <a:endParaRPr kumimoji="1" lang="ja-JP" altLang="en-US" dirty="0"/>
          </a:p>
        </p:txBody>
      </p:sp>
      <p:sp>
        <p:nvSpPr>
          <p:cNvPr id="3" name="コンテンツ プレースホルダー 2">
            <a:extLst>
              <a:ext uri="{FF2B5EF4-FFF2-40B4-BE49-F238E27FC236}">
                <a16:creationId xmlns:a16="http://schemas.microsoft.com/office/drawing/2014/main" id="{E3CC1321-7AA0-BA0E-7BB8-411BF00091A1}"/>
              </a:ext>
            </a:extLst>
          </p:cNvPr>
          <p:cNvSpPr>
            <a:spLocks noGrp="1"/>
          </p:cNvSpPr>
          <p:nvPr>
            <p:ph idx="1"/>
          </p:nvPr>
        </p:nvSpPr>
        <p:spPr/>
        <p:txBody>
          <a:bodyPr/>
          <a:lstStyle/>
          <a:p>
            <a:r>
              <a:rPr lang="ja-JP" altLang="en-US" sz="2400" dirty="0"/>
              <a:t>拠点内はループバックインターフェースを使用し、フルメッシュで</a:t>
            </a:r>
            <a:r>
              <a:rPr lang="en-US" altLang="ja-JP" sz="2400" dirty="0"/>
              <a:t>IBGP</a:t>
            </a:r>
            <a:r>
              <a:rPr lang="ja-JP" altLang="en-US" sz="2400"/>
              <a:t>ネイバーを接続する</a:t>
            </a:r>
            <a:r>
              <a:rPr lang="ja-JP" altLang="en-US" sz="2400" dirty="0"/>
              <a:t>（拠点内は認証不要）</a:t>
            </a:r>
            <a:endParaRPr lang="en-US" altLang="ja-JP" sz="2400" dirty="0"/>
          </a:p>
          <a:p>
            <a:pPr lvl="1"/>
            <a:r>
              <a:rPr lang="ja-JP" altLang="en-US" sz="2000" dirty="0"/>
              <a:t>ただし、</a:t>
            </a:r>
            <a:r>
              <a:rPr lang="en-US" altLang="ja-JP" sz="2000" dirty="0"/>
              <a:t>DSW</a:t>
            </a:r>
            <a:r>
              <a:rPr lang="ja-JP" altLang="en-US" sz="2000" dirty="0"/>
              <a:t>や</a:t>
            </a:r>
            <a:r>
              <a:rPr lang="en-US" altLang="ja-JP" sz="2000" dirty="0"/>
              <a:t>CSW</a:t>
            </a:r>
            <a:r>
              <a:rPr lang="ja-JP" altLang="en-US" sz="2000" dirty="0"/>
              <a:t>の</a:t>
            </a:r>
            <a:r>
              <a:rPr lang="en-US" altLang="ja-JP" sz="2000" dirty="0"/>
              <a:t>BGP</a:t>
            </a:r>
            <a:r>
              <a:rPr lang="ja-JP" altLang="en-US" sz="2000" dirty="0"/>
              <a:t>テーブルに</a:t>
            </a:r>
            <a:r>
              <a:rPr lang="en-US" altLang="ja-JP" sz="2000" dirty="0"/>
              <a:t>192.168</a:t>
            </a:r>
            <a:r>
              <a:rPr lang="ja-JP" altLang="en-US" sz="2000" dirty="0"/>
              <a:t>のルートが存在しないこと</a:t>
            </a:r>
            <a:endParaRPr lang="en-US" altLang="ja-JP" sz="2400" dirty="0"/>
          </a:p>
          <a:p>
            <a:endParaRPr lang="en-US" altLang="ja-JP" sz="2400" dirty="0"/>
          </a:p>
          <a:p>
            <a:endParaRPr lang="en-US" altLang="ja-JP" sz="2400" dirty="0"/>
          </a:p>
          <a:p>
            <a:endParaRPr lang="en-US" altLang="ja-JP" sz="2400" dirty="0"/>
          </a:p>
          <a:p>
            <a:endParaRPr lang="en-US" altLang="ja-JP" sz="2400" dirty="0"/>
          </a:p>
          <a:p>
            <a:r>
              <a:rPr lang="en-US" altLang="ja-JP" sz="2400" dirty="0"/>
              <a:t>IP-VPN</a:t>
            </a:r>
            <a:r>
              <a:rPr lang="ja-JP" altLang="en-US" sz="2400" dirty="0"/>
              <a:t>網へは集約ルート</a:t>
            </a:r>
            <a:r>
              <a:rPr lang="en-US" altLang="ja-JP" sz="2400" dirty="0"/>
              <a:t>10.1.0.0/16</a:t>
            </a:r>
            <a:r>
              <a:rPr lang="ja-JP" altLang="en-US" sz="2400" dirty="0"/>
              <a:t>をアドバタイズする</a:t>
            </a:r>
            <a:endParaRPr lang="en-US" altLang="ja-JP" sz="2400" dirty="0">
              <a:solidFill>
                <a:srgbClr val="FF0000"/>
              </a:solidFill>
            </a:endParaRPr>
          </a:p>
          <a:p>
            <a:endParaRPr kumimoji="1" lang="ja-JP" altLang="en-US" dirty="0"/>
          </a:p>
        </p:txBody>
      </p:sp>
      <p:sp>
        <p:nvSpPr>
          <p:cNvPr id="4" name="スライド番号プレースホルダー 3">
            <a:extLst>
              <a:ext uri="{FF2B5EF4-FFF2-40B4-BE49-F238E27FC236}">
                <a16:creationId xmlns:a16="http://schemas.microsoft.com/office/drawing/2014/main" id="{D33BCE24-03A5-4F98-CCAF-89737CC4CDAD}"/>
              </a:ext>
            </a:extLst>
          </p:cNvPr>
          <p:cNvSpPr>
            <a:spLocks noGrp="1"/>
          </p:cNvSpPr>
          <p:nvPr>
            <p:ph type="sldNum" sz="quarter" idx="10"/>
          </p:nvPr>
        </p:nvSpPr>
        <p:spPr/>
        <p:txBody>
          <a:bodyPr/>
          <a:lstStyle/>
          <a:p>
            <a:pPr>
              <a:defRPr/>
            </a:pPr>
            <a:fld id="{317FD5BC-56C6-4791-9AE8-E48ACCBD4B05}" type="slidenum">
              <a:rPr lang="ja-JP" altLang="en-US" smtClean="0"/>
              <a:pPr>
                <a:defRPr/>
              </a:pPr>
              <a:t>53</a:t>
            </a:fld>
            <a:endParaRPr lang="en-US" altLang="ja-JP" dirty="0"/>
          </a:p>
        </p:txBody>
      </p:sp>
      <p:sp>
        <p:nvSpPr>
          <p:cNvPr id="5" name="正方形/長方形 4">
            <a:extLst>
              <a:ext uri="{FF2B5EF4-FFF2-40B4-BE49-F238E27FC236}">
                <a16:creationId xmlns:a16="http://schemas.microsoft.com/office/drawing/2014/main" id="{21DD318A-DCF8-CC1C-1275-472055710F18}"/>
              </a:ext>
            </a:extLst>
          </p:cNvPr>
          <p:cNvSpPr/>
          <p:nvPr/>
        </p:nvSpPr>
        <p:spPr>
          <a:xfrm>
            <a:off x="224448" y="1868123"/>
            <a:ext cx="8656752" cy="1560878"/>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拠点内はフルメッシュで</a:t>
            </a:r>
            <a:r>
              <a:rPr kumimoji="1" lang="en-US" altLang="ja-JP" dirty="0">
                <a:solidFill>
                  <a:schemeClr val="tx1"/>
                </a:solidFill>
                <a:latin typeface="Meiryo UI" panose="020B0604030504040204" pitchFamily="50" charset="-128"/>
                <a:ea typeface="Meiryo UI" panose="020B0604030504040204" pitchFamily="50" charset="-128"/>
              </a:rPr>
              <a:t>IBGP</a:t>
            </a:r>
            <a:r>
              <a:rPr kumimoji="1" lang="ja-JP" altLang="en-US" dirty="0">
                <a:solidFill>
                  <a:schemeClr val="tx1"/>
                </a:solidFill>
                <a:latin typeface="Meiryo UI" panose="020B0604030504040204" pitchFamily="50" charset="-128"/>
                <a:ea typeface="Meiryo UI" panose="020B0604030504040204" pitchFamily="50" charset="-128"/>
              </a:rPr>
              <a:t>ネイバーを接続する理由は何ですか？</a:t>
            </a:r>
          </a:p>
        </p:txBody>
      </p:sp>
      <p:sp>
        <p:nvSpPr>
          <p:cNvPr id="6" name="正方形/長方形 5">
            <a:extLst>
              <a:ext uri="{FF2B5EF4-FFF2-40B4-BE49-F238E27FC236}">
                <a16:creationId xmlns:a16="http://schemas.microsoft.com/office/drawing/2014/main" id="{1F717E1E-C4EC-E3DE-BF8B-B9F51A1F7AEF}"/>
              </a:ext>
            </a:extLst>
          </p:cNvPr>
          <p:cNvSpPr/>
          <p:nvPr/>
        </p:nvSpPr>
        <p:spPr>
          <a:xfrm>
            <a:off x="224448" y="4086945"/>
            <a:ext cx="8656752" cy="2368446"/>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集約ルートをアドバタイズする方法を</a:t>
            </a:r>
            <a:r>
              <a:rPr kumimoji="1" lang="en-US" altLang="ja-JP" dirty="0">
                <a:solidFill>
                  <a:schemeClr val="tx1"/>
                </a:solidFill>
                <a:latin typeface="Meiryo UI" panose="020B0604030504040204" pitchFamily="50" charset="-128"/>
                <a:ea typeface="Meiryo UI" panose="020B0604030504040204" pitchFamily="50" charset="-128"/>
              </a:rPr>
              <a:t>2</a:t>
            </a:r>
            <a:r>
              <a:rPr kumimoji="1" lang="ja-JP" altLang="en-US" dirty="0">
                <a:solidFill>
                  <a:schemeClr val="tx1"/>
                </a:solidFill>
                <a:latin typeface="Meiryo UI" panose="020B0604030504040204" pitchFamily="50" charset="-128"/>
                <a:ea typeface="Meiryo UI" panose="020B0604030504040204" pitchFamily="50" charset="-128"/>
              </a:rPr>
              <a:t>種類、コマンドとともに示してください。</a:t>
            </a:r>
          </a:p>
        </p:txBody>
      </p:sp>
    </p:spTree>
    <p:extLst>
      <p:ext uri="{BB962C8B-B14F-4D97-AF65-F5344CB8AC3E}">
        <p14:creationId xmlns:p14="http://schemas.microsoft.com/office/powerpoint/2010/main" val="3259902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5025E-7C72-765B-3938-5192EF8736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2EF432-6A6A-1AB5-E20A-04AE94357A58}"/>
              </a:ext>
            </a:extLst>
          </p:cNvPr>
          <p:cNvSpPr>
            <a:spLocks noGrp="1"/>
          </p:cNvSpPr>
          <p:nvPr>
            <p:ph type="title"/>
          </p:nvPr>
        </p:nvSpPr>
        <p:spPr/>
        <p:txBody>
          <a:bodyPr/>
          <a:lstStyle/>
          <a:p>
            <a:r>
              <a:rPr lang="ja-JP" altLang="en-US" dirty="0"/>
              <a:t>拠点間接続設計④</a:t>
            </a:r>
            <a:endParaRPr kumimoji="1" lang="ja-JP" altLang="en-US" dirty="0"/>
          </a:p>
        </p:txBody>
      </p:sp>
      <p:sp>
        <p:nvSpPr>
          <p:cNvPr id="3" name="コンテンツ プレースホルダー 2">
            <a:extLst>
              <a:ext uri="{FF2B5EF4-FFF2-40B4-BE49-F238E27FC236}">
                <a16:creationId xmlns:a16="http://schemas.microsoft.com/office/drawing/2014/main" id="{F37EA4A3-DBC2-B9DE-FAA6-79F921ABECB6}"/>
              </a:ext>
            </a:extLst>
          </p:cNvPr>
          <p:cNvSpPr>
            <a:spLocks noGrp="1"/>
          </p:cNvSpPr>
          <p:nvPr>
            <p:ph idx="1"/>
          </p:nvPr>
        </p:nvSpPr>
        <p:spPr/>
        <p:txBody>
          <a:bodyPr/>
          <a:lstStyle/>
          <a:p>
            <a:r>
              <a:rPr lang="en-US" altLang="ja-JP" sz="2400" dirty="0"/>
              <a:t>10.2.0.0/16(</a:t>
            </a:r>
            <a:r>
              <a:rPr lang="ja-JP" altLang="en-US" sz="2400" dirty="0"/>
              <a:t>拠点</a:t>
            </a:r>
            <a:r>
              <a:rPr lang="en-US" altLang="ja-JP" sz="2400" dirty="0"/>
              <a:t>2)</a:t>
            </a:r>
            <a:r>
              <a:rPr lang="ja-JP" altLang="en-US" sz="2400" dirty="0"/>
              <a:t>宛のトラフィックは</a:t>
            </a:r>
            <a:r>
              <a:rPr lang="en-US" altLang="ja-JP" sz="2400" dirty="0"/>
              <a:t>R2</a:t>
            </a:r>
            <a:r>
              <a:rPr lang="ja-JP" altLang="en-US" sz="2400" dirty="0"/>
              <a:t>を経由するように調整し、</a:t>
            </a:r>
            <a:r>
              <a:rPr lang="en-US" altLang="ja-JP" sz="2400" dirty="0"/>
              <a:t>10.3.0.0/16(</a:t>
            </a:r>
            <a:r>
              <a:rPr lang="ja-JP" altLang="en-US" sz="2400" dirty="0"/>
              <a:t>拠点</a:t>
            </a:r>
            <a:r>
              <a:rPr lang="en-US" altLang="ja-JP" sz="2400" dirty="0"/>
              <a:t>3)</a:t>
            </a:r>
            <a:r>
              <a:rPr lang="ja-JP" altLang="en-US" sz="2400" dirty="0"/>
              <a:t>宛のトラフィックは</a:t>
            </a:r>
            <a:r>
              <a:rPr lang="en-US" altLang="ja-JP" sz="2400" dirty="0"/>
              <a:t>R1</a:t>
            </a:r>
            <a:r>
              <a:rPr lang="ja-JP" altLang="en-US" sz="2400" dirty="0"/>
              <a:t>を経由するように調整する</a:t>
            </a:r>
            <a:endParaRPr lang="en-US" altLang="ja-JP" sz="2400" dirty="0"/>
          </a:p>
          <a:p>
            <a:endParaRPr lang="en-US" altLang="ja-JP" sz="2400" dirty="0"/>
          </a:p>
          <a:p>
            <a:endParaRPr lang="en-US" altLang="ja-JP" sz="2400" dirty="0"/>
          </a:p>
          <a:p>
            <a:endParaRPr lang="en-US" altLang="ja-JP" sz="2400" dirty="0"/>
          </a:p>
          <a:p>
            <a:endParaRPr lang="en-US" altLang="ja-JP" sz="2400" dirty="0"/>
          </a:p>
          <a:p>
            <a:endParaRPr lang="en-US" altLang="ja-JP" sz="2400" dirty="0"/>
          </a:p>
          <a:p>
            <a:r>
              <a:rPr lang="ja-JP" altLang="en-US" sz="2400" dirty="0"/>
              <a:t>キャリア側からの戻りのルートは</a:t>
            </a:r>
            <a:r>
              <a:rPr lang="en-US" altLang="ja-JP" sz="2400" dirty="0"/>
              <a:t>R1</a:t>
            </a:r>
            <a:r>
              <a:rPr lang="ja-JP" altLang="en-US" sz="2400" dirty="0"/>
              <a:t>を使用するように調整する</a:t>
            </a:r>
            <a:endParaRPr lang="en-US" altLang="ja-JP" sz="2400" dirty="0"/>
          </a:p>
          <a:p>
            <a:endParaRPr lang="en-US" altLang="ja-JP" sz="2400" dirty="0"/>
          </a:p>
          <a:p>
            <a:pPr lvl="3"/>
            <a:endParaRPr lang="en-US" altLang="ja-JP" sz="16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05FEAF4A-A743-F441-2715-6279779278DF}"/>
              </a:ext>
            </a:extLst>
          </p:cNvPr>
          <p:cNvSpPr>
            <a:spLocks noGrp="1"/>
          </p:cNvSpPr>
          <p:nvPr>
            <p:ph type="sldNum" sz="quarter" idx="10"/>
          </p:nvPr>
        </p:nvSpPr>
        <p:spPr/>
        <p:txBody>
          <a:bodyPr/>
          <a:lstStyle/>
          <a:p>
            <a:pPr>
              <a:defRPr/>
            </a:pPr>
            <a:fld id="{317FD5BC-56C6-4791-9AE8-E48ACCBD4B05}" type="slidenum">
              <a:rPr lang="ja-JP" altLang="en-US" smtClean="0"/>
              <a:pPr>
                <a:defRPr/>
              </a:pPr>
              <a:t>54</a:t>
            </a:fld>
            <a:endParaRPr lang="en-US" altLang="ja-JP" dirty="0"/>
          </a:p>
        </p:txBody>
      </p:sp>
      <p:sp>
        <p:nvSpPr>
          <p:cNvPr id="5" name="正方形/長方形 4">
            <a:extLst>
              <a:ext uri="{FF2B5EF4-FFF2-40B4-BE49-F238E27FC236}">
                <a16:creationId xmlns:a16="http://schemas.microsoft.com/office/drawing/2014/main" id="{50101D4E-5322-690C-6F6C-DEBF6E075941}"/>
              </a:ext>
            </a:extLst>
          </p:cNvPr>
          <p:cNvSpPr/>
          <p:nvPr/>
        </p:nvSpPr>
        <p:spPr>
          <a:xfrm>
            <a:off x="231648" y="1840898"/>
            <a:ext cx="8656752" cy="206054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
        <p:nvSpPr>
          <p:cNvPr id="6" name="正方形/長方形 5">
            <a:extLst>
              <a:ext uri="{FF2B5EF4-FFF2-40B4-BE49-F238E27FC236}">
                <a16:creationId xmlns:a16="http://schemas.microsoft.com/office/drawing/2014/main" id="{6E43F6E8-61EB-49BB-1A47-ED9D8A90ED1F}"/>
              </a:ext>
            </a:extLst>
          </p:cNvPr>
          <p:cNvSpPr/>
          <p:nvPr/>
        </p:nvSpPr>
        <p:spPr>
          <a:xfrm>
            <a:off x="231648" y="4501849"/>
            <a:ext cx="8656752" cy="2060542"/>
          </a:xfrm>
          <a:prstGeom prst="rect">
            <a:avLst/>
          </a:prstGeom>
          <a:solidFill>
            <a:schemeClr val="accent4">
              <a:lumMod val="40000"/>
              <a:lumOff val="60000"/>
            </a:schemeClr>
          </a:solidFill>
          <a:ln w="12700">
            <a:solidFill>
              <a:srgbClr val="77777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設問</a:t>
            </a:r>
            <a:r>
              <a:rPr kumimoji="1" lang="en-US" altLang="ja-JP" dirty="0">
                <a:solidFill>
                  <a:schemeClr val="tx1"/>
                </a:solidFill>
                <a:latin typeface="Meiryo UI" panose="020B0604030504040204" pitchFamily="50" charset="-128"/>
                <a:ea typeface="Meiryo UI" panose="020B0604030504040204" pitchFamily="50" charset="-128"/>
              </a:rPr>
              <a:t>】 </a:t>
            </a:r>
            <a:r>
              <a:rPr kumimoji="1" lang="ja-JP" altLang="en-US" dirty="0">
                <a:solidFill>
                  <a:schemeClr val="tx1"/>
                </a:solidFill>
                <a:latin typeface="Meiryo UI" panose="020B0604030504040204" pitchFamily="50" charset="-128"/>
                <a:ea typeface="Meiryo UI" panose="020B0604030504040204" pitchFamily="50" charset="-128"/>
              </a:rPr>
              <a:t>どのような技術を使用しますか？</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その技術に関わるパラメータは、具体的にどのような値にしますか？（コマンドでも説明でも可）</a:t>
            </a:r>
          </a:p>
        </p:txBody>
      </p:sp>
    </p:spTree>
    <p:extLst>
      <p:ext uri="{BB962C8B-B14F-4D97-AF65-F5344CB8AC3E}">
        <p14:creationId xmlns:p14="http://schemas.microsoft.com/office/powerpoint/2010/main" val="1978746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DAC20-D6A3-D80B-C448-6437AC9DA4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8F39E0-3EF9-9897-C13A-1CEB94462654}"/>
              </a:ext>
            </a:extLst>
          </p:cNvPr>
          <p:cNvSpPr>
            <a:spLocks noGrp="1"/>
          </p:cNvSpPr>
          <p:nvPr>
            <p:ph type="ctrTitle"/>
          </p:nvPr>
        </p:nvSpPr>
        <p:spPr>
          <a:xfrm>
            <a:off x="989944" y="2559065"/>
            <a:ext cx="7181850" cy="978729"/>
          </a:xfrm>
        </p:spPr>
        <p:txBody>
          <a:bodyPr/>
          <a:lstStyle/>
          <a:p>
            <a:r>
              <a:rPr lang="ja-JP" altLang="en-US" dirty="0"/>
              <a:t>ネットワーク詳細設計書</a:t>
            </a:r>
            <a:br>
              <a:rPr lang="en-US" altLang="ja-JP" dirty="0"/>
            </a:br>
            <a:r>
              <a:rPr lang="ja-JP" altLang="en-US" dirty="0"/>
              <a:t>～オプション～</a:t>
            </a:r>
            <a:endParaRPr kumimoji="1" lang="ja-JP" altLang="en-US" dirty="0"/>
          </a:p>
        </p:txBody>
      </p:sp>
      <p:sp>
        <p:nvSpPr>
          <p:cNvPr id="4" name="スライド番号プレースホルダー 3">
            <a:extLst>
              <a:ext uri="{FF2B5EF4-FFF2-40B4-BE49-F238E27FC236}">
                <a16:creationId xmlns:a16="http://schemas.microsoft.com/office/drawing/2014/main" id="{AB797DD1-1E78-8CB3-4C41-DDBE919540A4}"/>
              </a:ext>
            </a:extLst>
          </p:cNvPr>
          <p:cNvSpPr>
            <a:spLocks noGrp="1"/>
          </p:cNvSpPr>
          <p:nvPr>
            <p:ph type="sldNum" sz="quarter" idx="4294967295"/>
          </p:nvPr>
        </p:nvSpPr>
        <p:spPr>
          <a:xfrm>
            <a:off x="8064500" y="6659563"/>
            <a:ext cx="1079500" cy="180975"/>
          </a:xfrm>
        </p:spPr>
        <p:txBody>
          <a:bodyPr/>
          <a:lstStyle/>
          <a:p>
            <a:pPr>
              <a:defRPr/>
            </a:pPr>
            <a:fld id="{317FD5BC-56C6-4791-9AE8-E48ACCBD4B05}" type="slidenum">
              <a:rPr lang="ja-JP" altLang="en-US" smtClean="0"/>
              <a:pPr>
                <a:defRPr/>
              </a:pPr>
              <a:t>55</a:t>
            </a:fld>
            <a:endParaRPr lang="en-US" altLang="ja-JP" dirty="0"/>
          </a:p>
        </p:txBody>
      </p:sp>
    </p:spTree>
    <p:extLst>
      <p:ext uri="{BB962C8B-B14F-4D97-AF65-F5344CB8AC3E}">
        <p14:creationId xmlns:p14="http://schemas.microsoft.com/office/powerpoint/2010/main" val="36258435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2689F5-D134-D027-EAC8-7EF19C2DAD0D}"/>
              </a:ext>
            </a:extLst>
          </p:cNvPr>
          <p:cNvSpPr>
            <a:spLocks noGrp="1"/>
          </p:cNvSpPr>
          <p:nvPr>
            <p:ph type="title"/>
          </p:nvPr>
        </p:nvSpPr>
        <p:spPr/>
        <p:txBody>
          <a:bodyPr/>
          <a:lstStyle/>
          <a:p>
            <a:r>
              <a:rPr lang="ja-JP" altLang="en-US" dirty="0"/>
              <a:t>オプション設定（実装は任意）</a:t>
            </a:r>
            <a:endParaRPr kumimoji="1" lang="ja-JP" altLang="en-US" dirty="0"/>
          </a:p>
        </p:txBody>
      </p:sp>
      <p:sp>
        <p:nvSpPr>
          <p:cNvPr id="3" name="コンテンツ プレースホルダー 2">
            <a:extLst>
              <a:ext uri="{FF2B5EF4-FFF2-40B4-BE49-F238E27FC236}">
                <a16:creationId xmlns:a16="http://schemas.microsoft.com/office/drawing/2014/main" id="{46EE9C15-52BA-53F5-876F-4C2887E28DEF}"/>
              </a:ext>
            </a:extLst>
          </p:cNvPr>
          <p:cNvSpPr>
            <a:spLocks noGrp="1"/>
          </p:cNvSpPr>
          <p:nvPr>
            <p:ph idx="1"/>
          </p:nvPr>
        </p:nvSpPr>
        <p:spPr/>
        <p:txBody>
          <a:bodyPr/>
          <a:lstStyle/>
          <a:p>
            <a:r>
              <a:rPr lang="ja-JP" altLang="en-US" sz="2400" dirty="0"/>
              <a:t>コンソールおよび</a:t>
            </a:r>
            <a:r>
              <a:rPr lang="en-US" altLang="ja-JP" sz="2400" dirty="0"/>
              <a:t>Telnet</a:t>
            </a:r>
            <a:r>
              <a:rPr lang="ja-JP" altLang="en-US" sz="2400" dirty="0"/>
              <a:t>の各接続において</a:t>
            </a:r>
            <a:r>
              <a:rPr lang="en-US" altLang="ja-JP" sz="2400" dirty="0"/>
              <a:t>3</a:t>
            </a:r>
            <a:r>
              <a:rPr lang="ja-JP" altLang="en-US" sz="2400" dirty="0"/>
              <a:t>分間の無通信状態が発生した場合はセッションを自動的に切断する</a:t>
            </a:r>
            <a:endParaRPr lang="en-US" altLang="ja-JP" sz="2400" dirty="0"/>
          </a:p>
          <a:p>
            <a:r>
              <a:rPr lang="ja-JP" altLang="en-US" sz="2400" dirty="0"/>
              <a:t>コマンドの入力ミス時にその文字列の名前解決を行わないようにする</a:t>
            </a:r>
            <a:endParaRPr lang="en-US" altLang="ja-JP" sz="2400" dirty="0"/>
          </a:p>
          <a:p>
            <a:r>
              <a:rPr lang="ja-JP" altLang="en-US" sz="2400" dirty="0"/>
              <a:t>コマンド入力中のログの割り込みを停止する</a:t>
            </a:r>
            <a:endParaRPr lang="en-US" altLang="ja-JP" sz="2400" dirty="0"/>
          </a:p>
          <a:p>
            <a:r>
              <a:rPr lang="en-US" altLang="ja-JP" sz="2400" dirty="0"/>
              <a:t>Telnet</a:t>
            </a:r>
            <a:r>
              <a:rPr lang="ja-JP" altLang="en-US" sz="2400" dirty="0"/>
              <a:t>接続と同じセキュリティ要件で、</a:t>
            </a:r>
            <a:r>
              <a:rPr lang="en-US" altLang="ja-JP" sz="2400" dirty="0"/>
              <a:t>SSH</a:t>
            </a:r>
            <a:r>
              <a:rPr lang="ja-JP" altLang="en-US" sz="2400" dirty="0"/>
              <a:t>（</a:t>
            </a:r>
            <a:r>
              <a:rPr lang="en-US" altLang="ja-JP" sz="2400" dirty="0"/>
              <a:t>v2</a:t>
            </a:r>
            <a:r>
              <a:rPr lang="ja-JP" altLang="en-US" sz="2400" dirty="0"/>
              <a:t>）接続も許可する</a:t>
            </a:r>
            <a:endParaRPr lang="en-US" altLang="ja-JP" sz="2400" dirty="0"/>
          </a:p>
          <a:p>
            <a:r>
              <a:rPr lang="ja-JP" altLang="en-US" sz="2400" dirty="0"/>
              <a:t>コンソール</a:t>
            </a:r>
            <a:r>
              <a:rPr lang="en-US" altLang="ja-JP" sz="2400" dirty="0"/>
              <a:t>/Telnet/SSH</a:t>
            </a:r>
            <a:r>
              <a:rPr lang="ja-JP" altLang="en-US" sz="2400" dirty="0"/>
              <a:t>接続時の認証に以下のユーザ名とパスワードを使用し、すべてのケースでログイン後のモードが特権モードになるように設定を変更する（ただし、</a:t>
            </a:r>
            <a:r>
              <a:rPr lang="en-US" altLang="ja-JP" sz="2400" dirty="0"/>
              <a:t>AAA</a:t>
            </a:r>
            <a:r>
              <a:rPr lang="ja-JP" altLang="en-US" sz="2400" dirty="0"/>
              <a:t>は有効にしない）</a:t>
            </a:r>
            <a:endParaRPr lang="en-US" altLang="ja-JP" sz="2400" dirty="0"/>
          </a:p>
          <a:p>
            <a:pPr lvl="1"/>
            <a:r>
              <a:rPr lang="ja-JP" altLang="en-US" sz="2200" dirty="0"/>
              <a:t>ユーザ名＝</a:t>
            </a:r>
            <a:r>
              <a:rPr lang="en-US" altLang="ja-JP" sz="2200" dirty="0"/>
              <a:t>admin / </a:t>
            </a:r>
            <a:r>
              <a:rPr lang="ja-JP" altLang="en-US" sz="2200" dirty="0"/>
              <a:t>パスワード＝</a:t>
            </a:r>
            <a:r>
              <a:rPr lang="en-US" altLang="ja-JP" sz="2200" dirty="0"/>
              <a:t>cisco123</a:t>
            </a:r>
          </a:p>
          <a:p>
            <a:endParaRPr lang="en-US" altLang="ja-JP" sz="2400" dirty="0"/>
          </a:p>
          <a:p>
            <a:endParaRPr lang="en-US" altLang="ja-JP" sz="2400" dirty="0"/>
          </a:p>
          <a:p>
            <a:endParaRPr kumimoji="1" lang="ja-JP" altLang="en-US" dirty="0"/>
          </a:p>
        </p:txBody>
      </p:sp>
      <p:sp>
        <p:nvSpPr>
          <p:cNvPr id="4" name="スライド番号プレースホルダー 3">
            <a:extLst>
              <a:ext uri="{FF2B5EF4-FFF2-40B4-BE49-F238E27FC236}">
                <a16:creationId xmlns:a16="http://schemas.microsoft.com/office/drawing/2014/main" id="{766F5784-AC3E-61A3-A52A-B52253D46B20}"/>
              </a:ext>
            </a:extLst>
          </p:cNvPr>
          <p:cNvSpPr>
            <a:spLocks noGrp="1"/>
          </p:cNvSpPr>
          <p:nvPr>
            <p:ph type="sldNum" sz="quarter" idx="10"/>
          </p:nvPr>
        </p:nvSpPr>
        <p:spPr/>
        <p:txBody>
          <a:bodyPr/>
          <a:lstStyle/>
          <a:p>
            <a:pPr>
              <a:defRPr/>
            </a:pPr>
            <a:fld id="{317FD5BC-56C6-4791-9AE8-E48ACCBD4B05}" type="slidenum">
              <a:rPr lang="ja-JP" altLang="en-US" smtClean="0"/>
              <a:pPr>
                <a:defRPr/>
              </a:pPr>
              <a:t>56</a:t>
            </a:fld>
            <a:endParaRPr lang="en-US" altLang="ja-JP" dirty="0"/>
          </a:p>
        </p:txBody>
      </p:sp>
    </p:spTree>
    <p:extLst>
      <p:ext uri="{BB962C8B-B14F-4D97-AF65-F5344CB8AC3E}">
        <p14:creationId xmlns:p14="http://schemas.microsoft.com/office/powerpoint/2010/main" val="2639241179"/>
      </p:ext>
    </p:extLst>
  </p:cSld>
  <p:clrMapOvr>
    <a:masterClrMapping/>
  </p:clrMapOvr>
</p:sld>
</file>

<file path=ppt/theme/theme1.xml><?xml version="1.0" encoding="utf-8"?>
<a:theme xmlns:a="http://schemas.openxmlformats.org/drawingml/2006/main" name="Tranocate">
  <a:themeElements>
    <a:clrScheme name="Tranocate">
      <a:dk1>
        <a:sysClr val="windowText" lastClr="000000"/>
      </a:dk1>
      <a:lt1>
        <a:sysClr val="window" lastClr="FFFFFF"/>
      </a:lt1>
      <a:dk2>
        <a:srgbClr val="8E9091"/>
      </a:dk2>
      <a:lt2>
        <a:srgbClr val="E7E6E6"/>
      </a:lt2>
      <a:accent1>
        <a:srgbClr val="E94B22"/>
      </a:accent1>
      <a:accent2>
        <a:srgbClr val="5B9BD5"/>
      </a:accent2>
      <a:accent3>
        <a:srgbClr val="77777A"/>
      </a:accent3>
      <a:accent4>
        <a:srgbClr val="FFC000"/>
      </a:accent4>
      <a:accent5>
        <a:srgbClr val="4472C4"/>
      </a:accent5>
      <a:accent6>
        <a:srgbClr val="70AD47"/>
      </a:accent6>
      <a:hlink>
        <a:srgbClr val="0563C1"/>
      </a:hlink>
      <a:folHlink>
        <a:srgbClr val="954F72"/>
      </a:folHlink>
    </a:clrScheme>
    <a:fontScheme name="メイリオ">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rgbClr val="77777A"/>
          </a:solid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kumimoji="1"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accent3"/>
          </a:solidFill>
          <a:headEnd type="none" w="med" len="med"/>
          <a:tailEnd type="none"/>
        </a:ln>
      </a:spPr>
      <a:bodyPr/>
      <a:lstStyle/>
      <a:style>
        <a:lnRef idx="3">
          <a:schemeClr val="accent1"/>
        </a:lnRef>
        <a:fillRef idx="0">
          <a:schemeClr val="accent1"/>
        </a:fillRef>
        <a:effectRef idx="2">
          <a:schemeClr val="accent1"/>
        </a:effectRef>
        <a:fontRef idx="minor">
          <a:schemeClr val="tx1"/>
        </a:fontRef>
      </a:style>
    </a:lnDef>
    <a:txDef>
      <a:spPr>
        <a:noFill/>
      </a:spPr>
      <a:bodyPr wrap="square" rtlCol="0">
        <a:spAutoFit/>
      </a:bodyPr>
      <a:lstStyle>
        <a:defPPr>
          <a:defRPr kumimoji="1" dirty="0" err="1" smtClean="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52B01ABB91EE3D41940619B59B4B4A2D" ma:contentTypeVersion="11" ma:contentTypeDescription="新しいドキュメントを作成します。" ma:contentTypeScope="" ma:versionID="7a7ffa8ca845fdea81887fc40db3e203">
  <xsd:schema xmlns:xsd="http://www.w3.org/2001/XMLSchema" xmlns:xs="http://www.w3.org/2001/XMLSchema" xmlns:p="http://schemas.microsoft.com/office/2006/metadata/properties" xmlns:ns2="4c4ba164-a089-4595-b4e2-6646eada4d48" xmlns:ns3="2dcf463b-faa6-4b3c-9b9c-340f58fa5170" targetNamespace="http://schemas.microsoft.com/office/2006/metadata/properties" ma:root="true" ma:fieldsID="4a5db9ab46f61693e24d6b22f40bedee" ns2:_="" ns3:_="">
    <xsd:import namespace="4c4ba164-a089-4595-b4e2-6646eada4d48"/>
    <xsd:import namespace="2dcf463b-faa6-4b3c-9b9c-340f58fa517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4ba164-a089-4595-b4e2-6646eada4d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62f84205-ea7f-471c-b738-b9083834410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cf463b-faa6-4b3c-9b9c-340f58fa5170"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14" nillable="true" ma:displayName="Taxonomy Catch All Column" ma:hidden="true" ma:list="{e68eed8c-f6f6-48de-95a2-aa57874d27c3}" ma:internalName="TaxCatchAll" ma:showField="CatchAllData" ma:web="2dcf463b-faa6-4b3c-9b9c-340f58fa51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c4ba164-a089-4595-b4e2-6646eada4d48">
      <Terms xmlns="http://schemas.microsoft.com/office/infopath/2007/PartnerControls"/>
    </lcf76f155ced4ddcb4097134ff3c332f>
    <TaxCatchAll xmlns="2dcf463b-faa6-4b3c-9b9c-340f58fa5170" xsi:nil="true"/>
  </documentManagement>
</p:properties>
</file>

<file path=customXml/itemProps1.xml><?xml version="1.0" encoding="utf-8"?>
<ds:datastoreItem xmlns:ds="http://schemas.openxmlformats.org/officeDocument/2006/customXml" ds:itemID="{C623ACC6-E4E5-4093-8523-B8BC66668F88}">
  <ds:schemaRefs>
    <ds:schemaRef ds:uri="http://schemas.microsoft.com/sharepoint/v3/contenttype/forms"/>
  </ds:schemaRefs>
</ds:datastoreItem>
</file>

<file path=customXml/itemProps2.xml><?xml version="1.0" encoding="utf-8"?>
<ds:datastoreItem xmlns:ds="http://schemas.openxmlformats.org/officeDocument/2006/customXml" ds:itemID="{2C7644C4-D320-4D44-9BC3-ADA01FDA0C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4ba164-a089-4595-b4e2-6646eada4d48"/>
    <ds:schemaRef ds:uri="2dcf463b-faa6-4b3c-9b9c-340f58fa51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2925A8-FF0C-49F1-9E82-FEE27F37357B}">
  <ds:schemaRefs>
    <ds:schemaRef ds:uri="http://purl.org/dc/elements/1.1/"/>
    <ds:schemaRef ds:uri="http://schemas.microsoft.com/office/2006/documentManagement/types"/>
    <ds:schemaRef ds:uri="http://purl.org/dc/dcmitype/"/>
    <ds:schemaRef ds:uri="http://purl.org/dc/terms/"/>
    <ds:schemaRef ds:uri="http://schemas.microsoft.com/office/infopath/2007/PartnerControls"/>
    <ds:schemaRef ds:uri="http://schemas.openxmlformats.org/package/2006/metadata/core-properties"/>
    <ds:schemaRef ds:uri="2dcf463b-faa6-4b3c-9b9c-340f58fa5170"/>
    <ds:schemaRef ds:uri="4c4ba164-a089-4595-b4e2-6646eada4d48"/>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4162</Words>
  <Application>Microsoft Office PowerPoint</Application>
  <PresentationFormat>画面に合わせる (4:3)</PresentationFormat>
  <Paragraphs>825</Paragraphs>
  <Slides>56</Slides>
  <Notes>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56</vt:i4>
      </vt:variant>
    </vt:vector>
  </HeadingPairs>
  <TitlesOfParts>
    <vt:vector size="63" baseType="lpstr">
      <vt:lpstr>HGPｺﾞｼｯｸE</vt:lpstr>
      <vt:lpstr>Meiryo UI</vt:lpstr>
      <vt:lpstr>メイリオ</vt:lpstr>
      <vt:lpstr>游ゴシック</vt:lpstr>
      <vt:lpstr>Arial</vt:lpstr>
      <vt:lpstr>Wingdings</vt:lpstr>
      <vt:lpstr>Tranocate</vt:lpstr>
      <vt:lpstr>①ネットワーク要件・詳細設計書(TC)</vt:lpstr>
      <vt:lpstr>本コースの進め方</vt:lpstr>
      <vt:lpstr>本コースの進め方（1/4）</vt:lpstr>
      <vt:lpstr>本コースの進め方（2/4）</vt:lpstr>
      <vt:lpstr>本コースの進め方（3/4）</vt:lpstr>
      <vt:lpstr>本コースの進め方（4/4）</vt:lpstr>
      <vt:lpstr>演習機器（1グループの必要機材）</vt:lpstr>
      <vt:lpstr>機器準備 &amp; ラックマウント（機器設置）作業①</vt:lpstr>
      <vt:lpstr>機器準備 &amp; ラックマウント（機器設置）作業②</vt:lpstr>
      <vt:lpstr>ネットワーク要件</vt:lpstr>
      <vt:lpstr>概要①</vt:lpstr>
      <vt:lpstr>概要②</vt:lpstr>
      <vt:lpstr>概要③</vt:lpstr>
      <vt:lpstr>ネットワーク要件①</vt:lpstr>
      <vt:lpstr>ネットワーク要件②</vt:lpstr>
      <vt:lpstr>拠点間接続要件</vt:lpstr>
      <vt:lpstr>ネットワーク詳細設計書</vt:lpstr>
      <vt:lpstr>ネットワーク構成図</vt:lpstr>
      <vt:lpstr>ネットワーク詳細設計書 ～物理設計～</vt:lpstr>
      <vt:lpstr>物理設計①</vt:lpstr>
      <vt:lpstr>物理設計②</vt:lpstr>
      <vt:lpstr>物理設計③</vt:lpstr>
      <vt:lpstr>物理設計④</vt:lpstr>
      <vt:lpstr>物理設計⑤</vt:lpstr>
      <vt:lpstr>物理設計⑥</vt:lpstr>
      <vt:lpstr>物理設計⑦</vt:lpstr>
      <vt:lpstr>ネットワーク詳細設計書 ～論理設計～</vt:lpstr>
      <vt:lpstr>論理設計①</vt:lpstr>
      <vt:lpstr>論理設計②</vt:lpstr>
      <vt:lpstr>論理設計③</vt:lpstr>
      <vt:lpstr>論理設計④</vt:lpstr>
      <vt:lpstr>論理設計⑤</vt:lpstr>
      <vt:lpstr>論理設計⑥</vt:lpstr>
      <vt:lpstr>論理設計⑦</vt:lpstr>
      <vt:lpstr>論理設計⑧</vt:lpstr>
      <vt:lpstr>論理設計⑨</vt:lpstr>
      <vt:lpstr>ネットワーク詳細設計書 ～その他：耐障害性～</vt:lpstr>
      <vt:lpstr>その他ネットワーク設計①</vt:lpstr>
      <vt:lpstr>その他ネットワーク設計②</vt:lpstr>
      <vt:lpstr>その他ネットワーク設計③</vt:lpstr>
      <vt:lpstr>ネットワーク詳細設計書 ～その他：可用性～</vt:lpstr>
      <vt:lpstr>その他ネットワーク設計④</vt:lpstr>
      <vt:lpstr>ネットワーク詳細設計書 ～その他：セキュリティ～</vt:lpstr>
      <vt:lpstr>その他ネットワーク設計⑤</vt:lpstr>
      <vt:lpstr>その他ネットワーク設計⑥</vt:lpstr>
      <vt:lpstr>ネットワーク詳細設計書 ～その他：管理～</vt:lpstr>
      <vt:lpstr>その他ネットワーク設計⑦</vt:lpstr>
      <vt:lpstr>その他ネットワーク設計⑧</vt:lpstr>
      <vt:lpstr>その他ネットワーク設計⑨</vt:lpstr>
      <vt:lpstr>ネットワーク詳細設計書 ～拠点間接続設計～</vt:lpstr>
      <vt:lpstr>拠点間接続設計①</vt:lpstr>
      <vt:lpstr>拠点間接続設計②</vt:lpstr>
      <vt:lpstr>拠点間接続設計③</vt:lpstr>
      <vt:lpstr>拠点間接続設計④</vt:lpstr>
      <vt:lpstr>ネットワーク詳細設計書 ～オプション～</vt:lpstr>
      <vt:lpstr>オプション設定（実装は任意）</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TRAINOCATE_テンプレート_提案書用_v1-1</dc:title>
  <dc:creator/>
  <cp:lastModifiedBy/>
  <cp:revision>1</cp:revision>
  <dcterms:created xsi:type="dcterms:W3CDTF">2017-05-26T09:30:54Z</dcterms:created>
  <dcterms:modified xsi:type="dcterms:W3CDTF">2025-07-25T07:42:57Z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def32fc8-4688-4146-8b86-1b47ab468ac3</vt:lpwstr>
  </property>
  <property fmtid="{D5CDD505-2E9C-101B-9397-08002B2CF9AE}" pid="3" name="ContentTypeId">
    <vt:lpwstr>0x01010052B01ABB91EE3D41940619B59B4B4A2D</vt:lpwstr>
  </property>
  <property fmtid="{D5CDD505-2E9C-101B-9397-08002B2CF9AE}" pid="4" name="MediaServiceImageTags">
    <vt:lpwstr/>
  </property>
</Properties>
</file>